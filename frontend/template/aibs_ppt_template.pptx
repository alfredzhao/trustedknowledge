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1" r:id="rId5"/>
  </p:sldMasterIdLst>
  <p:notesMasterIdLst>
    <p:notesMasterId r:id="rId39"/>
  </p:notesMasterIdLst>
  <p:handoutMasterIdLst>
    <p:handoutMasterId r:id="rId40"/>
  </p:handoutMasterIdLst>
  <p:sldIdLst>
    <p:sldId id="2076137175" r:id="rId6"/>
    <p:sldId id="2076137372" r:id="rId7"/>
    <p:sldId id="2076137378" r:id="rId8"/>
    <p:sldId id="2076137182" r:id="rId9"/>
    <p:sldId id="2076137183" r:id="rId10"/>
    <p:sldId id="2076137184" r:id="rId11"/>
    <p:sldId id="2076137344" r:id="rId12"/>
    <p:sldId id="2076137331" r:id="rId13"/>
    <p:sldId id="2076137332" r:id="rId14"/>
    <p:sldId id="2076137315" r:id="rId15"/>
    <p:sldId id="2076137384" r:id="rId16"/>
    <p:sldId id="2076137318" r:id="rId17"/>
    <p:sldId id="2076137337" r:id="rId18"/>
    <p:sldId id="2076137319" r:id="rId19"/>
    <p:sldId id="2076137321" r:id="rId20"/>
    <p:sldId id="2076137322" r:id="rId21"/>
    <p:sldId id="2076137230" r:id="rId22"/>
    <p:sldId id="2076137329" r:id="rId23"/>
    <p:sldId id="2076137330" r:id="rId24"/>
    <p:sldId id="2076137333" r:id="rId25"/>
    <p:sldId id="2076137334" r:id="rId26"/>
    <p:sldId id="2076137190" r:id="rId27"/>
    <p:sldId id="2076137177" r:id="rId28"/>
    <p:sldId id="2076137178" r:id="rId29"/>
    <p:sldId id="2076137227" r:id="rId30"/>
    <p:sldId id="2076137311" r:id="rId31"/>
    <p:sldId id="2076137252" r:id="rId32"/>
    <p:sldId id="2076137253" r:id="rId33"/>
    <p:sldId id="2076137210" r:id="rId34"/>
    <p:sldId id="2076137324" r:id="rId35"/>
    <p:sldId id="2076137309" r:id="rId36"/>
    <p:sldId id="2076137193" r:id="rId37"/>
    <p:sldId id="2076137197" r:id="rId38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247655-47CC-FB63-C5C7-523D008CD984}" name="Kristen Barcheski" initials="KB" userId="S::kristen.barcheski@oracle.com::59c6070f-981d-4064-b395-2d3768254975" providerId="AD"/>
  <p188:author id="{15BBF38A-F7BC-7B2E-0D61-21D1F83CE523}" name="Michelle Howell" initials="MH" userId="Michelle Howell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53C"/>
    <a:srgbClr val="796087"/>
    <a:srgbClr val="558EA4"/>
    <a:srgbClr val="5F363F"/>
    <a:srgbClr val="7A4753"/>
    <a:srgbClr val="B47282"/>
    <a:srgbClr val="C58C52"/>
    <a:srgbClr val="AEA8A2"/>
    <a:srgbClr val="AE562C"/>
    <a:srgbClr val="2A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7" autoAdjust="0"/>
    <p:restoredTop sz="59178" autoAdjust="0"/>
  </p:normalViewPr>
  <p:slideViewPr>
    <p:cSldViewPr snapToGrid="0" showGuides="1">
      <p:cViewPr varScale="1">
        <p:scale>
          <a:sx n="72" d="100"/>
          <a:sy n="72" d="100"/>
        </p:scale>
        <p:origin x="2656" y="200"/>
      </p:cViewPr>
      <p:guideLst>
        <p:guide orient="horz" pos="1526"/>
        <p:guide pos="3840"/>
      </p:guideLst>
    </p:cSldViewPr>
  </p:slideViewPr>
  <p:outlineViewPr>
    <p:cViewPr>
      <p:scale>
        <a:sx n="33" d="100"/>
        <a:sy n="33" d="100"/>
      </p:scale>
      <p:origin x="0" y="-497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4864" y="216"/>
      </p:cViewPr>
      <p:guideLst>
        <p:guide orient="horz" pos="3888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8/10/relationships/authors" Target="authors.xml"/><Relationship Id="rId20" Type="http://schemas.openxmlformats.org/officeDocument/2006/relationships/slide" Target="slides/slide15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+mn-lt"/>
              </a:defRPr>
            </a:lvl1pPr>
          </a:lstStyle>
          <a:p>
            <a:fld id="{4F9C25BA-F9B0-4418-8CA0-3A9DF1256BA5}" type="datetimeFigureOut">
              <a:rPr lang="en-US" smtClean="0"/>
              <a:pPr/>
              <a:t>10/27/25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+mn-lt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C881-9731-1FA7-56CA-76F2D2A8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084E2-8503-4BC2-3B40-56C9D23AA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732DD-2894-0FE3-59B1-F582C70C4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B30A4-6397-7DB0-A737-BCD0423D3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5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66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96204AF-CFD8-7CED-4E39-54AF670244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2538" y="2148840"/>
            <a:ext cx="6400800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100000"/>
              </a:lnSpc>
              <a:defRPr lang="en-US" sz="4000" b="1" i="0" dirty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General/fusion title</a:t>
            </a:r>
            <a:br>
              <a:rPr lang="en-US" dirty="0"/>
            </a:br>
            <a:r>
              <a:rPr lang="en-US" dirty="0"/>
              <a:t>Oracle Sans Tab Bold</a:t>
            </a:r>
          </a:p>
        </p:txBody>
      </p:sp>
      <p:sp>
        <p:nvSpPr>
          <p:cNvPr id="7" name="Subhead">
            <a:extLst>
              <a:ext uri="{FF2B5EF4-FFF2-40B4-BE49-F238E27FC236}">
                <a16:creationId xmlns:a16="http://schemas.microsoft.com/office/drawing/2014/main" id="{FC046655-F632-39CF-A827-AEF7BEDCA8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2538" y="3519553"/>
            <a:ext cx="6400800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line.</a:t>
            </a:r>
          </a:p>
        </p:txBody>
      </p:sp>
      <p:sp>
        <p:nvSpPr>
          <p:cNvPr id="8" name="Text Field">
            <a:extLst>
              <a:ext uri="{FF2B5EF4-FFF2-40B4-BE49-F238E27FC236}">
                <a16:creationId xmlns:a16="http://schemas.microsoft.com/office/drawing/2014/main" id="{396B045C-5351-70B5-4F7C-3804C75BD4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2538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9" name="Text Field 2">
            <a:extLst>
              <a:ext uri="{FF2B5EF4-FFF2-40B4-BE49-F238E27FC236}">
                <a16:creationId xmlns:a16="http://schemas.microsoft.com/office/drawing/2014/main" id="{997BC39A-E5C4-5AD8-8642-A190BFB4DF5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2538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719C0-D9A1-1596-0F80-33933F8F0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50" b="38000"/>
          <a:stretch/>
        </p:blipFill>
        <p:spPr>
          <a:xfrm>
            <a:off x="3992902" y="0"/>
            <a:ext cx="8199097" cy="425194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20179-92E2-B33C-7BF7-7DD2B9A6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95117"/>
            <a:ext cx="365760" cy="36576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234D53E-E775-84ED-87D4-03A6155462F2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7759" y="6995435"/>
            <a:ext cx="5745379" cy="365125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B203E0B-C243-2092-E571-D8301E67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997061"/>
            <a:ext cx="2743200" cy="3635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10" name="Oracle Logo" descr="Oracle Logo">
            <a:extLst>
              <a:ext uri="{FF2B5EF4-FFF2-40B4-BE49-F238E27FC236}">
                <a16:creationId xmlns:a16="http://schemas.microsoft.com/office/drawing/2014/main" id="{1534211D-94C1-6321-2BC4-792C1D1369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730669" y="1132368"/>
            <a:ext cx="1524893" cy="320039"/>
          </a:xfrm>
          <a:prstGeom prst="rect">
            <a:avLst/>
          </a:prstGeom>
        </p:spPr>
      </p:pic>
      <p:sp>
        <p:nvSpPr>
          <p:cNvPr id="6" name="Accent mark">
            <a:extLst>
              <a:ext uri="{FF2B5EF4-FFF2-40B4-BE49-F238E27FC236}">
                <a16:creationId xmlns:a16="http://schemas.microsoft.com/office/drawing/2014/main" id="{F3B22FDD-1B93-0A37-25CC-77AE4A31F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3805" y="4166108"/>
            <a:ext cx="36576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59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789F089-C8C8-AD9E-8C9E-E12DE8E67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6400800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4000" b="1" i="0" dirty="0">
                <a:latin typeface="Oracle Sans Tab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Cross-pillar, Industries, and General Divider Title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7698EDA6-BDA7-E689-E9CF-BD4E378937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6217920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7783C8-17F8-DB45-1463-F645BB3FC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000"/>
          <a:stretch/>
        </p:blipFill>
        <p:spPr>
          <a:xfrm>
            <a:off x="5364488" y="0"/>
            <a:ext cx="6827512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03678"/>
            <a:ext cx="365760" cy="36576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7759" y="6903996"/>
            <a:ext cx="5745379" cy="365125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905622"/>
            <a:ext cx="2743200" cy="3635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2" name="Accent mark">
            <a:extLst>
              <a:ext uri="{FF2B5EF4-FFF2-40B4-BE49-F238E27FC236}">
                <a16:creationId xmlns:a16="http://schemas.microsoft.com/office/drawing/2014/main" id="{93FBA7AF-1061-9E4C-9196-2D8F59748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6689" y="3867907"/>
            <a:ext cx="36576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6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Impact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F0458-244B-DEF1-4FC0-9B75AA8F4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B4B5BB6C-77A2-4299-98DB-F23A8BBC3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017520"/>
            <a:ext cx="10671048" cy="822960"/>
          </a:xfrm>
        </p:spPr>
        <p:txBody>
          <a:bodyPr anchor="ctr"/>
          <a:lstStyle>
            <a:lvl1pPr>
              <a:lnSpc>
                <a:spcPct val="100000"/>
              </a:lnSpc>
              <a:defRPr sz="36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0B1098-7D41-10CB-C5CD-2254F1A42B9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8C9C89-6343-52FD-C281-6396A1ADC580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9876E5E-4D7F-5B32-636A-7AAD60A2DF72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7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8C117C3E-42AE-CE02-CD58-506D8C1381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38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ingle metri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C834F4C-E96D-655B-5790-3D3144B5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538" y="1600200"/>
            <a:ext cx="5072063" cy="2415700"/>
          </a:xfrm>
        </p:spPr>
        <p:txBody>
          <a:bodyPr anchor="b" anchorCtr="0"/>
          <a:lstStyle>
            <a:lvl1pPr>
              <a:lnSpc>
                <a:spcPct val="100000"/>
              </a:lnSpc>
              <a:defRPr sz="8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538" y="4649788"/>
            <a:ext cx="5072063" cy="14573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90275FD-F388-23AA-69ED-D3443D438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9458" y="0"/>
            <a:ext cx="5052542" cy="4015900"/>
          </a:xfrm>
          <a:prstGeom prst="rect">
            <a:avLst/>
          </a:prstGeom>
        </p:spPr>
      </p:pic>
      <p:sp>
        <p:nvSpPr>
          <p:cNvPr id="10" name="Accent mark">
            <a:extLst>
              <a:ext uri="{FF2B5EF4-FFF2-40B4-BE49-F238E27FC236}">
                <a16:creationId xmlns:a16="http://schemas.microsoft.com/office/drawing/2014/main" id="{92B14C41-985E-E73E-2DEF-63120221F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5293" y="4325102"/>
            <a:ext cx="36576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19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40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b="1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12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7700FDE2-E876-37BC-F60A-8AE5E46261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C757BBF7-1C67-AA09-584F-7A752DCB4BC9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2B12D776-70C0-CC40-00F8-F8AB6108C9A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021DDA7-EEBD-CE8D-1221-C07F76A0D39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3DA2B7A2-ED34-D984-C93F-D98D3EC21C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2373" y="6464808"/>
            <a:ext cx="393192" cy="3931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55E893B-EF24-A19F-8592-D226B82D51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600" y="0"/>
            <a:ext cx="7772400" cy="5181600"/>
          </a:xfrm>
          <a:prstGeom prst="rect">
            <a:avLst/>
          </a:prstGeom>
        </p:spPr>
      </p:pic>
      <p:sp>
        <p:nvSpPr>
          <p:cNvPr id="2" name="Accent mark">
            <a:extLst>
              <a:ext uri="{FF2B5EF4-FFF2-40B4-BE49-F238E27FC236}">
                <a16:creationId xmlns:a16="http://schemas.microsoft.com/office/drawing/2014/main" id="{B0EC2F66-9907-2F15-B317-36B39B8BB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2538" y="4502811"/>
            <a:ext cx="365760" cy="3657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Agenda Tab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5F7DB7-92B5-4EA1-8540-53C2A2223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5383380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Agenda table title</a:t>
            </a: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28D9ACAF-6547-62AC-0612-33ACEEA438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9C717BFB-739A-8ECB-A222-BA193D79F6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6AB9331-6119-874E-6BF2-D968C0DB95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C245D0-133C-ECC7-9932-A6CB83D09C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7" b="27270"/>
          <a:stretch/>
        </p:blipFill>
        <p:spPr>
          <a:xfrm>
            <a:off x="6856133" y="0"/>
            <a:ext cx="5335866" cy="274320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7C26F066-12CB-D353-59F3-1C902B9ED83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9939" y="1286828"/>
            <a:ext cx="439101" cy="3711892"/>
          </a:xfrm>
        </p:spPr>
        <p:txBody>
          <a:bodyPr/>
          <a:lstStyle>
            <a:lvl1pPr>
              <a:lnSpc>
                <a:spcPct val="200000"/>
              </a:lnSpc>
              <a:defRPr sz="1800" b="1"/>
            </a:lvl1pPr>
            <a:lvl2pPr>
              <a:lnSpc>
                <a:spcPct val="200000"/>
              </a:lnSpc>
              <a:defRPr sz="1800" b="1"/>
            </a:lvl2pPr>
            <a:lvl3pPr>
              <a:lnSpc>
                <a:spcPct val="200000"/>
              </a:lnSpc>
              <a:defRPr sz="1800" b="1"/>
            </a:lvl3pPr>
            <a:lvl4pPr>
              <a:lnSpc>
                <a:spcPct val="200000"/>
              </a:lnSpc>
              <a:defRPr sz="1800" b="1"/>
            </a:lvl4pPr>
            <a:lvl5pPr>
              <a:lnSpc>
                <a:spcPct val="200000"/>
              </a:lnSpc>
              <a:defRPr sz="1800" b="1"/>
            </a:lvl5pPr>
          </a:lstStyle>
          <a:p>
            <a:pPr lvl="0"/>
            <a:r>
              <a:rPr lang="en-US" dirty="0"/>
              <a:t>1</a:t>
            </a:r>
          </a:p>
          <a:p>
            <a:pPr lvl="0"/>
            <a:r>
              <a:rPr lang="en-US" dirty="0"/>
              <a:t>2</a:t>
            </a:r>
          </a:p>
          <a:p>
            <a:pPr lvl="0"/>
            <a:r>
              <a:rPr lang="en-US" dirty="0"/>
              <a:t>3</a:t>
            </a:r>
          </a:p>
          <a:p>
            <a:pPr lvl="0"/>
            <a:r>
              <a:rPr lang="en-US" dirty="0"/>
              <a:t>4</a:t>
            </a:r>
          </a:p>
          <a:p>
            <a:pPr lvl="0"/>
            <a:r>
              <a:rPr lang="en-US" dirty="0"/>
              <a:t>5</a:t>
            </a:r>
          </a:p>
          <a:p>
            <a:pPr lvl="0"/>
            <a:r>
              <a:rPr lang="en-US" dirty="0"/>
              <a:t>5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B179DF50-86A5-C843-43AD-752F0FB33D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89699" y="1286828"/>
            <a:ext cx="6880541" cy="3711892"/>
          </a:xfrm>
        </p:spPr>
        <p:txBody>
          <a:bodyPr/>
          <a:lstStyle>
            <a:lvl1pPr>
              <a:lnSpc>
                <a:spcPct val="200000"/>
              </a:lnSpc>
              <a:defRPr sz="1800" b="0"/>
            </a:lvl1pPr>
            <a:lvl2pPr>
              <a:lnSpc>
                <a:spcPct val="200000"/>
              </a:lnSpc>
              <a:defRPr sz="1800" b="0"/>
            </a:lvl2pPr>
            <a:lvl3pPr>
              <a:lnSpc>
                <a:spcPct val="200000"/>
              </a:lnSpc>
              <a:defRPr sz="1800" b="0"/>
            </a:lvl3pPr>
            <a:lvl4pPr>
              <a:lnSpc>
                <a:spcPct val="200000"/>
              </a:lnSpc>
              <a:defRPr sz="1800" b="0"/>
            </a:lvl4pPr>
            <a:lvl5pPr>
              <a:lnSpc>
                <a:spcPct val="200000"/>
              </a:lnSpc>
              <a:defRPr sz="1800" b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0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tatement –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B7A5E8C-0FE3-7777-7682-62EBF9B2D8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7" b="27270"/>
          <a:stretch/>
        </p:blipFill>
        <p:spPr>
          <a:xfrm>
            <a:off x="4861624" y="0"/>
            <a:ext cx="7330375" cy="376858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215CC06-6A9B-37FA-76CA-2CC091DA6489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CB7A4E7-BA75-2474-D545-863B866F6A2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E802C-9235-4781-9E8F-2C922A88134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C4944C4-BCA7-F523-CDDB-B2F7B43789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284" y="1143025"/>
            <a:ext cx="7330143" cy="1158571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42F262B-FAC2-7DDF-70B7-0EBEADDA66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7285" y="2602080"/>
            <a:ext cx="7330373" cy="1166509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E686AD-7CAC-8695-D0AC-A474A9002A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283" y="4069073"/>
            <a:ext cx="7330375" cy="118268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195833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3points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27B8-6459-BEBA-D16E-9D17C5D2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06" y="1123950"/>
            <a:ext cx="4941769" cy="46101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36FF17-F9F3-0957-AD05-F18D3D5D96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604" y="1308567"/>
            <a:ext cx="5277987" cy="1000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Intro copy or subhead copy goes here, no more than 3 lines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0B7A9DC-8DB8-E382-172A-A425B0E9AA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603" y="2381250"/>
            <a:ext cx="667587" cy="667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6D40C5-F7F2-3539-6999-2D283256E3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10856" y="2529168"/>
            <a:ext cx="4781861" cy="6675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Copy goes here, do not exceed 2 lines of copy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0991BEB9-51BB-F077-EC9E-195DA69868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603" y="3429001"/>
            <a:ext cx="667587" cy="667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1033AF-581A-B853-652D-A540146FD4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10856" y="3576918"/>
            <a:ext cx="4781861" cy="6675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Copy goes here, do not exceed 2 lines of copy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C3296DC-4AB5-F02C-2B70-0A1223A2FA0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5603" y="4476751"/>
            <a:ext cx="667587" cy="667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1ACBBE6-39A5-38B2-48B9-953EF0B1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10856" y="4624668"/>
            <a:ext cx="4781861" cy="6675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Copy goes here, do not exceed 2 lines of copy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8FB87FE-17B5-F9E9-709A-0B45CF7A69A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A8E9-ED27-F122-7091-4B0663BBD452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DD5434-5084-63C2-861B-6F2CF4BBA245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14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0638DF7B-BBB6-684E-A5BB-80F112594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196566A-34C0-2909-1BBA-2F1E01266A07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D75A6B-90D9-58CE-7BC7-31C53C19C8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C7F88C-022C-DC8C-F4BA-18F89F1E4ADA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75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0DA5B7-17E8-2CF4-4B51-F677DF6CE7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EEF32F-ED74-47E3-D2C3-F1B1AD13F3F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FD6C787-D3B4-031A-8D4C-3A19D9BDFA78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05CA9E8-9559-78FA-E425-B044F817EEE2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53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4B5BB6C-77A2-4299-98DB-F23A8BBC3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5D03235E-81C6-F058-9141-4468DA2197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10671048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5D441708-8B15-4FCB-89B4-E673D271F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514C47"/>
                </a:solidFill>
                <a:latin typeface="+mn-lt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C80D3E3D-D429-473E-903C-04622CCE8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514C47"/>
                </a:solidFill>
                <a:latin typeface="+mn-lt"/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702B7E4-DD93-4403-964F-982773FE3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514C47"/>
                </a:solidFill>
                <a:latin typeface="+mn-lt"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/Subtitle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28271ED-B1CF-9F0D-4AA0-883D80DEDB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B95271D6-CF2C-D8C3-F7FB-D555FC2D94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10671048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9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C3705B9-F5B6-D7DA-A986-BD25229227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002F888E-0FBB-6617-9462-4201B11F2A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5084064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cxnSp>
        <p:nvCxnSpPr>
          <p:cNvPr id="15" name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270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4F57E862-706F-9432-1E5B-C66745958B7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0317" y="1600220"/>
            <a:ext cx="5084064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C32FC-D616-45B7-A051-90859CE92D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71CDA-982A-476F-ADB7-47031714FD6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409C-CB05-4133-9F5F-1D2097DE34E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C6B64F9-2DA0-A690-C71E-B99D471B02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CC34BF80-B5D4-D7B6-8CCA-80AF04A72B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3291840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C0573275-C70D-AE89-EF3D-A7DAC9B01BE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50080" y="1607058"/>
            <a:ext cx="3291840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2CF00143-3379-1D5D-5D8F-463C800F8EA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33398" y="1613917"/>
            <a:ext cx="3291840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270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270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42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Title, Content and 1/3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F59826-0B3C-4973-B5FA-B18F68758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6790149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FA05E257-5557-514A-2025-3EF63D1140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6792262" cy="450799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7F0F3812-0E62-2E09-C9AB-79F13108F9A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4D96D9B3-827E-BCDB-1DEF-84EB5E7E9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FBD1657-DE16-5859-6047-8B20D7971D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2033CC1-6A5D-D20A-D1C7-358398AE812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0"/>
            <a:ext cx="4059936" cy="6858000"/>
          </a:xfrm>
          <a:solidFill>
            <a:srgbClr val="AEA8A2"/>
          </a:solidFill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59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705EA2-F116-883A-32A5-62C3C550D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78900" cy="6858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34B91B-85A6-245A-7216-4ABE4FAC7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3041150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7A7FBF22-9A0A-8085-25D3-73EC896DDC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3041150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A4AA1A5-342C-3485-3780-BAE18FB151A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DE280B0-6EE3-EDEB-71CB-39C075AE81F5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559A02B-8EF1-F308-C124-047EB3505456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27E9150-3D38-E3B4-ABD7-66BBBC2C6EB4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4574676" y="27116"/>
            <a:ext cx="7617324" cy="6830884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  <a:lvl4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4pPr>
            <a:lvl5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" name="Text Field">
            <a:extLst>
              <a:ext uri="{FF2B5EF4-FFF2-40B4-BE49-F238E27FC236}">
                <a16:creationId xmlns:a16="http://schemas.microsoft.com/office/drawing/2014/main" id="{62631675-B702-B53D-1472-F71370A70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75" y="1600200"/>
            <a:ext cx="3039038" cy="4488379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8A0A7166-96D6-457B-8CE6-21491B015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4754880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F837A2F-4A14-0DC4-608A-F65C2482326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6763" y="1009904"/>
            <a:ext cx="4754880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B55E146-CDC2-714E-AEDA-21D37E508E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rgbClr val="AEA8A2"/>
          </a:solidFill>
        </p:spPr>
        <p:txBody>
          <a:bodyPr lIns="72000" tIns="72000" rIns="0"/>
          <a:lstStyle>
            <a:lvl1pPr algn="ctr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Click to add photo or illustration</a:t>
            </a:r>
          </a:p>
        </p:txBody>
      </p:sp>
      <p:pic>
        <p:nvPicPr>
          <p:cNvPr id="2" name="OTag">
            <a:extLst>
              <a:ext uri="{FF2B5EF4-FFF2-40B4-BE49-F238E27FC236}">
                <a16:creationId xmlns:a16="http://schemas.microsoft.com/office/drawing/2014/main" id="{01697E3B-EC33-E29C-6BC1-AB748D6E2D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1B7B17D-763D-5F99-0CC2-80B2CC63E1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2191" y="1965976"/>
            <a:ext cx="4764024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here.</a:t>
            </a:r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5C4F20-D940-4F84-4840-DD649575E2C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0698" y="2309418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5DE24B9A-F5B4-C415-A25C-25FE02976E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2191" y="3222718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here.</a:t>
            </a:r>
            <a:endParaRPr lang="en-US" dirty="0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725E68E-222F-2174-3EDA-49279B3A0D6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0698" y="3567051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2080E49F-0C27-1D0D-3ADD-B37ABD6F37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62191" y="4594303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here.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5BD9371-1A26-2813-D974-5AAA802C8FF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60698" y="4937745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F7987-C710-3871-B657-891515739542}"/>
              </a:ext>
            </a:extLst>
          </p:cNvPr>
          <p:cNvSpPr>
            <a:spLocks noGrp="1"/>
          </p:cNvSpPr>
          <p:nvPr>
            <p:ph type="dt" sz="half" idx="47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B4B01-B49C-CB08-78E3-DAB353AFE68D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8DD8F-6EC1-338B-B6F1-7361BA5C390D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840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3 Icons, Subhead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C0DC-6C36-4AC7-90FE-9BE28E17F1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0F212-7687-B242-8162-FFAC910A60EF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905836" y="1903856"/>
            <a:ext cx="1893870" cy="1698098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20A2EEA-131E-DA4C-92C3-898A80B8B5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114" y="3983730"/>
            <a:ext cx="2276930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442F0FF9-B575-DD4A-AF68-999EE8B4FE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1114" y="4377376"/>
            <a:ext cx="2276930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.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B08A7-EFFF-E144-B8F2-3D5B80F0D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03589" y="1588179"/>
            <a:ext cx="0" cy="4378421"/>
          </a:xfrm>
          <a:prstGeom prst="line">
            <a:avLst/>
          </a:prstGeom>
          <a:ln w="12700">
            <a:solidFill>
              <a:srgbClr val="8B858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00545EAB-02F2-4D35-839F-11095FE3779B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797315" y="1917370"/>
            <a:ext cx="1893870" cy="1698098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85CBC82-72D6-46B3-9B52-627E5BC2BC5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7315" y="3983730"/>
            <a:ext cx="2276930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0FA9D0FA-EA15-4919-BEB9-4C5EE9D8CDF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97315" y="4377376"/>
            <a:ext cx="2276930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.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082647-1E21-E741-BAE0-54CD63A1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63016" y="1588179"/>
            <a:ext cx="0" cy="4378421"/>
          </a:xfrm>
          <a:prstGeom prst="line">
            <a:avLst/>
          </a:prstGeom>
          <a:ln w="12700">
            <a:solidFill>
              <a:srgbClr val="8B858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E0E7E15-3D7B-4123-8321-B073C59133A1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645868" y="1917370"/>
            <a:ext cx="1893870" cy="1698098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8C820BCB-F093-47C5-A402-60E8028813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648346" y="3983730"/>
            <a:ext cx="2276930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F1AF7868-3C5C-49BB-8190-B4107C4DC70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48346" y="4377376"/>
            <a:ext cx="2276930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9CF6BC-7A2F-38D3-C1EA-BEA6C37D79F5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05EDD9-0672-4EB4-1B16-92CEDEB1EFE7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180CC4-74E6-A0D5-4CC7-34ABAEAABDF5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60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4 Icons, Subhead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78F3D588-E944-9CCD-F934-4D109B590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Icon 1">
            <a:extLst>
              <a:ext uri="{FF2B5EF4-FFF2-40B4-BE49-F238E27FC236}">
                <a16:creationId xmlns:a16="http://schemas.microsoft.com/office/drawing/2014/main" id="{C4A0F212-7687-B242-8162-FFAC910A60EF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761999" y="1895271"/>
            <a:ext cx="1621625" cy="1525144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14" name="Column 1 Header">
            <a:extLst>
              <a:ext uri="{FF2B5EF4-FFF2-40B4-BE49-F238E27FC236}">
                <a16:creationId xmlns:a16="http://schemas.microsoft.com/office/drawing/2014/main" id="{920A2EEA-131E-DA4C-92C3-898A80B8B5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1999" y="3983730"/>
            <a:ext cx="2146985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11" name="Column 1 body">
            <a:extLst>
              <a:ext uri="{FF2B5EF4-FFF2-40B4-BE49-F238E27FC236}">
                <a16:creationId xmlns:a16="http://schemas.microsoft.com/office/drawing/2014/main" id="{442F0FF9-B575-DD4A-AF68-999EE8B4FE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1999" y="4377376"/>
            <a:ext cx="2146985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endParaRPr lang="en-US" dirty="0"/>
          </a:p>
        </p:txBody>
      </p:sp>
      <p:cxnSp>
        <p:nvCxnSpPr>
          <p:cNvPr id="5" name="Divider 1">
            <a:extLst>
              <a:ext uri="{FF2B5EF4-FFF2-40B4-BE49-F238E27FC236}">
                <a16:creationId xmlns:a16="http://schemas.microsoft.com/office/drawing/2014/main" id="{64BB08A7-EFFF-E144-B8F2-3D5B80F0D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5680" y="1588179"/>
            <a:ext cx="0" cy="4378421"/>
          </a:xfrm>
          <a:prstGeom prst="line">
            <a:avLst/>
          </a:prstGeom>
          <a:ln w="12700">
            <a:solidFill>
              <a:srgbClr val="8B858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Icon 2">
            <a:extLst>
              <a:ext uri="{FF2B5EF4-FFF2-40B4-BE49-F238E27FC236}">
                <a16:creationId xmlns:a16="http://schemas.microsoft.com/office/drawing/2014/main" id="{452D8958-2BA3-E8C4-A349-9B8D38EFEEBE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3558551" y="1903856"/>
            <a:ext cx="1621625" cy="1525144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38" name="Column 2 header">
            <a:extLst>
              <a:ext uri="{FF2B5EF4-FFF2-40B4-BE49-F238E27FC236}">
                <a16:creationId xmlns:a16="http://schemas.microsoft.com/office/drawing/2014/main" id="{F38723C6-3426-0DED-BB4F-97CEC3A55F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55999" y="3983730"/>
            <a:ext cx="2146985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39" name="Column 2 body">
            <a:extLst>
              <a:ext uri="{FF2B5EF4-FFF2-40B4-BE49-F238E27FC236}">
                <a16:creationId xmlns:a16="http://schemas.microsoft.com/office/drawing/2014/main" id="{C5BD3347-4E6D-B757-FB79-D3160FB48D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55999" y="4377376"/>
            <a:ext cx="2146985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endParaRPr lang="en-US" dirty="0"/>
          </a:p>
        </p:txBody>
      </p:sp>
      <p:cxnSp>
        <p:nvCxnSpPr>
          <p:cNvPr id="28" name="Divider 2">
            <a:extLst>
              <a:ext uri="{FF2B5EF4-FFF2-40B4-BE49-F238E27FC236}">
                <a16:creationId xmlns:a16="http://schemas.microsoft.com/office/drawing/2014/main" id="{A0082647-1E21-E741-BAE0-54CD63A1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59996" y="1588179"/>
            <a:ext cx="0" cy="4378421"/>
          </a:xfrm>
          <a:prstGeom prst="line">
            <a:avLst/>
          </a:prstGeom>
          <a:ln w="12700">
            <a:solidFill>
              <a:srgbClr val="8B858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con 3">
            <a:extLst>
              <a:ext uri="{FF2B5EF4-FFF2-40B4-BE49-F238E27FC236}">
                <a16:creationId xmlns:a16="http://schemas.microsoft.com/office/drawing/2014/main" id="{0B8706A7-4339-AEA7-3538-6B11C9DE888F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6397301" y="1909175"/>
            <a:ext cx="1621625" cy="1525144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41" name="Column 3 header">
            <a:extLst>
              <a:ext uri="{FF2B5EF4-FFF2-40B4-BE49-F238E27FC236}">
                <a16:creationId xmlns:a16="http://schemas.microsoft.com/office/drawing/2014/main" id="{7FFC3A72-CD29-1771-F4D6-1FE24E23731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0799" y="3983730"/>
            <a:ext cx="2146985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42" name="Column 3 body">
            <a:extLst>
              <a:ext uri="{FF2B5EF4-FFF2-40B4-BE49-F238E27FC236}">
                <a16:creationId xmlns:a16="http://schemas.microsoft.com/office/drawing/2014/main" id="{3BE75DAD-03B8-A35F-313E-9021E9625E9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0799" y="4377376"/>
            <a:ext cx="2146985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endParaRPr lang="en-US" dirty="0"/>
          </a:p>
        </p:txBody>
      </p:sp>
      <p:cxnSp>
        <p:nvCxnSpPr>
          <p:cNvPr id="6" name="Divider 3">
            <a:extLst>
              <a:ext uri="{FF2B5EF4-FFF2-40B4-BE49-F238E27FC236}">
                <a16:creationId xmlns:a16="http://schemas.microsoft.com/office/drawing/2014/main" id="{2A95C0C8-A9EF-0101-ADC4-0B4752129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04312" y="1588179"/>
            <a:ext cx="0" cy="4378421"/>
          </a:xfrm>
          <a:prstGeom prst="line">
            <a:avLst/>
          </a:prstGeom>
          <a:ln w="12700">
            <a:solidFill>
              <a:srgbClr val="8B858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con 4">
            <a:extLst>
              <a:ext uri="{FF2B5EF4-FFF2-40B4-BE49-F238E27FC236}">
                <a16:creationId xmlns:a16="http://schemas.microsoft.com/office/drawing/2014/main" id="{A564445D-3622-F94F-5F5B-64E25C182894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9235439" y="1895271"/>
            <a:ext cx="1621625" cy="1525144"/>
          </a:xfrm>
          <a:noFill/>
        </p:spPr>
        <p:txBody>
          <a:bodyPr/>
          <a:lstStyle>
            <a:lvl1pPr>
              <a:defRPr sz="1200" b="0" i="0">
                <a:latin typeface="Oracle Sans Tab Light" panose="020B0403020204020204" pitchFamily="34" charset="0"/>
                <a:cs typeface="Oracle Sans Tab Light" panose="020B0403020204020204" pitchFamily="34" charset="0"/>
              </a:defRPr>
            </a:lvl1pPr>
          </a:lstStyle>
          <a:p>
            <a:r>
              <a:rPr lang="en-US" dirty="0"/>
              <a:t>Click to insert icon</a:t>
            </a:r>
          </a:p>
        </p:txBody>
      </p:sp>
      <p:sp>
        <p:nvSpPr>
          <p:cNvPr id="44" name="Column 4 header">
            <a:extLst>
              <a:ext uri="{FF2B5EF4-FFF2-40B4-BE49-F238E27FC236}">
                <a16:creationId xmlns:a16="http://schemas.microsoft.com/office/drawing/2014/main" id="{D73D98F3-F032-F349-D6FF-9956A80B2C0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35439" y="3983730"/>
            <a:ext cx="2146985" cy="323885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Subhead goes here</a:t>
            </a:r>
            <a:endParaRPr lang="en-US" dirty="0"/>
          </a:p>
        </p:txBody>
      </p:sp>
      <p:sp>
        <p:nvSpPr>
          <p:cNvPr id="45" name="Column 4 body">
            <a:extLst>
              <a:ext uri="{FF2B5EF4-FFF2-40B4-BE49-F238E27FC236}">
                <a16:creationId xmlns:a16="http://schemas.microsoft.com/office/drawing/2014/main" id="{E7F065D2-DFCA-69F0-EFCE-5436B4BBA96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35439" y="4377376"/>
            <a:ext cx="2146985" cy="1244947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defRPr sz="1600" b="0" i="0">
                <a:solidFill>
                  <a:schemeClr val="tx2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79F2A5-B307-E6C2-A0A7-C9D34E2F746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70E38B5-BB46-6801-B170-496504D1B9E3}"/>
              </a:ext>
            </a:extLst>
          </p:cNvPr>
          <p:cNvSpPr>
            <a:spLocks noGrp="1"/>
          </p:cNvSpPr>
          <p:nvPr>
            <p:ph type="dt" sz="half" idx="51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810DC55-90E5-32A0-7237-3A10A7B16970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3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86FB920-929F-CD50-52DB-2267C19E529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B934CA2-9189-BBDA-2D47-6B62E59B566E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B26826-CB7B-F2D0-E18C-8AA5414C58D7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54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plit content with 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2">
            <a:extLst>
              <a:ext uri="{FF2B5EF4-FFF2-40B4-BE49-F238E27FC236}">
                <a16:creationId xmlns:a16="http://schemas.microsoft.com/office/drawing/2014/main" id="{C2D0AE67-1167-2B52-146F-5E0AA0D864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017520"/>
            <a:ext cx="3132585" cy="822960"/>
          </a:xfrm>
        </p:spPr>
        <p:txBody>
          <a:bodyPr anchor="ctr"/>
          <a:lstStyle>
            <a:lvl1pPr>
              <a:lnSpc>
                <a:spcPct val="100000"/>
              </a:lnSpc>
              <a:defRPr sz="32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C8ADFC4F-C961-366D-5252-9B4CC4102C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8865" y="2630927"/>
            <a:ext cx="6728946" cy="159614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4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0F18C2-26A3-3D50-75B9-DA01B7209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76567" y="1600210"/>
            <a:ext cx="0" cy="3657580"/>
          </a:xfrm>
          <a:prstGeom prst="line">
            <a:avLst/>
          </a:prstGeom>
          <a:ln w="19050">
            <a:solidFill>
              <a:srgbClr val="8B85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A8E918-B2CE-9B3B-6306-4B5A17E9A43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072B30-0FE5-8289-77F0-1D24085A4EF2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4B9E9C-E71A-D85E-B49A-0603C0A1552B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24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 + Content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9CD95A-1265-2999-4C85-664DC8CE8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4961369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F5E0A-F774-0941-0246-D4704DBA0B2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2537" y="1751671"/>
            <a:ext cx="4899101" cy="1410405"/>
          </a:xfrm>
          <a:prstGeom prst="rect">
            <a:avLst/>
          </a:prstGeom>
        </p:spPr>
        <p:txBody>
          <a:bodyPr/>
          <a:lstStyle>
            <a:lvl1pPr marL="0" marR="0" indent="0" algn="l" defTabSz="914172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1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  <a:lvl2pPr marL="0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2pPr>
            <a:lvl3pPr marL="119833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3pPr>
          </a:lstStyle>
          <a:p>
            <a:pPr marL="342831" lvl="0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单击此处编辑母版文本样式</a:t>
            </a:r>
          </a:p>
          <a:p>
            <a:pPr marL="342831" lvl="1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二级</a:t>
            </a:r>
          </a:p>
          <a:p>
            <a:pPr marL="342831" lvl="2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三级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6C8AB0-7757-DF1D-9CCE-4510B727613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92537" y="3378765"/>
            <a:ext cx="4899101" cy="1410405"/>
          </a:xfrm>
          <a:prstGeom prst="rect">
            <a:avLst/>
          </a:prstGeom>
        </p:spPr>
        <p:txBody>
          <a:bodyPr/>
          <a:lstStyle>
            <a:lvl1pPr marL="0" marR="0" indent="0" algn="l" defTabSz="914172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1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  <a:lvl2pPr marL="0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2pPr>
            <a:lvl3pPr marL="119833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3pPr>
          </a:lstStyle>
          <a:p>
            <a:pPr marL="342831" lvl="0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单击此处编辑母版文本样式</a:t>
            </a:r>
          </a:p>
          <a:p>
            <a:pPr marL="342831" lvl="1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二级</a:t>
            </a:r>
          </a:p>
          <a:p>
            <a:pPr marL="342831" lvl="2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三级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F42849-DE58-A637-B663-CB6753E7BB7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92537" y="5005861"/>
            <a:ext cx="4899101" cy="1128240"/>
          </a:xfrm>
          <a:prstGeom prst="rect">
            <a:avLst/>
          </a:prstGeom>
        </p:spPr>
        <p:txBody>
          <a:bodyPr/>
          <a:lstStyle>
            <a:lvl1pPr marL="0" marR="0" indent="0" algn="l" defTabSz="914172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1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  <a:lvl2pPr marL="0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2pPr>
            <a:lvl3pPr marL="119833" marR="0" indent="0" algn="l" defTabSz="914172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kern="1200" dirty="0" smtClean="0">
                <a:solidFill>
                  <a:schemeClr val="tx1"/>
                </a:solidFill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3pPr>
          </a:lstStyle>
          <a:p>
            <a:pPr marL="342831" lvl="0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单击此处编辑母版文本样式</a:t>
            </a:r>
          </a:p>
          <a:p>
            <a:pPr marL="342831" lvl="1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二级</a:t>
            </a:r>
          </a:p>
          <a:p>
            <a:pPr marL="342831" lvl="2" indent="-342831" algn="l" defTabSz="914172" rtl="0" eaLnBrk="1" latinLnBrk="0" hangingPunct="1">
              <a:lnSpc>
                <a:spcPct val="110000"/>
              </a:lnSpc>
              <a:spcBef>
                <a:spcPts val="300"/>
              </a:spcBef>
            </a:pPr>
            <a:r>
              <a:rPr lang="zh-CN" altLang="en-US"/>
              <a:t>三级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445E1E13-5767-FE9A-C855-C6FD3055FC6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5603" y="5457103"/>
            <a:ext cx="2885888" cy="140089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128E96FD-9D3F-692F-EB8E-C1CA80E5D55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095603" y="2726373"/>
            <a:ext cx="2885888" cy="266206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7CD157F-D3C9-1E3B-56AC-86F51CBDA2C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95603" y="-1"/>
            <a:ext cx="2885888" cy="266206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9A0A2C7-B129-2C84-4EC5-9BE7DAA226F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49339" y="4122738"/>
            <a:ext cx="3142661" cy="27352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2386B7-272F-BDAB-2DCD-298558469ED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049131" y="0"/>
            <a:ext cx="3142870" cy="40605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BD94B30-BCEE-59B6-7AE0-7786317741C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9C8B0E-97D7-991C-2025-14272B07B525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B7D4F94-59C8-86AE-466F-98696039DFD2}"/>
              </a:ext>
            </a:extLst>
          </p:cNvPr>
          <p:cNvSpPr>
            <a:spLocks noGrp="1"/>
          </p:cNvSpPr>
          <p:nvPr>
            <p:ph type="dt" sz="half" idx="41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20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_Full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7" hidden="1">
            <a:extLst>
              <a:ext uri="{FF2B5EF4-FFF2-40B4-BE49-F238E27FC236}">
                <a16:creationId xmlns:a16="http://schemas.microsoft.com/office/drawing/2014/main" id="{B0BD77A1-77CB-B876-21BC-3E357707FB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8637"/>
            <a:ext cx="365760" cy="365760"/>
          </a:xfrm>
          <a:prstGeom prst="rect">
            <a:avLst/>
          </a:prstGeom>
        </p:spPr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361D4689-E747-22B9-8A23-5E8372B62E1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60" y="6428955"/>
            <a:ext cx="523374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170667F-B06C-96EB-B8A5-00675DC62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398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FD4E609-9037-8285-A36E-039E71F8B0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lnSpc>
                <a:spcPct val="100000"/>
              </a:lnSpc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90ACCFB3-5B0B-D6E2-D2BA-F70E9C22E3F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712" y="1616572"/>
            <a:ext cx="4924591" cy="2662745"/>
          </a:xfrm>
          <a:solidFill>
            <a:schemeClr val="bg1">
              <a:alpha val="1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en-US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E8171D6-A364-A377-FFE9-3F53F16263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2538" y="4434829"/>
            <a:ext cx="4950147" cy="1291432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E9BE660-418D-B00B-4919-F18A26E7CEC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411475" y="1601343"/>
            <a:ext cx="4924591" cy="2662745"/>
          </a:xfrm>
          <a:solidFill>
            <a:schemeClr val="bg1">
              <a:alpha val="1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en-US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9E2D9AD-B603-1F6B-F5F3-92A71334B47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448844" y="4419602"/>
            <a:ext cx="4924747" cy="1280319"/>
          </a:xfrm>
        </p:spPr>
        <p:txBody>
          <a:bodyPr/>
          <a:lstStyle>
            <a:lvl1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  <a:lvl3pPr>
              <a:lnSpc>
                <a:spcPct val="100000"/>
              </a:lnSpc>
              <a:defRPr sz="16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67E54F-7B19-8851-B67D-202FB9AC1D6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8B27-DEA8-9A30-4AED-960974FB3EB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33856E5-8C5E-2CF5-6E7E-97C9C55734DC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7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Bold Statement with Photo half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5018F-8341-A0A7-3798-BB6D386B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4595613" cy="822960"/>
          </a:xfrm>
        </p:spPr>
        <p:txBody>
          <a:bodyPr anchor="ctr"/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E05D35C0-2DAC-3332-CC0D-3198C85F0FC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rgbClr val="AEA8A2"/>
          </a:solidFill>
        </p:spPr>
        <p:txBody>
          <a:bodyPr lIns="72000" tIns="72000" rIns="0" anchor="ctr"/>
          <a:lstStyle>
            <a:lvl1pPr algn="ctr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B52B87-4D2F-759F-F825-1D8452D5364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1AB9-997E-5411-2C56-8A3EC02DD49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34C0960-AEC7-0B85-1E58-B54E51F0ECD4}"/>
              </a:ext>
            </a:extLst>
          </p:cNvPr>
          <p:cNvSpPr>
            <a:spLocks noGrp="1"/>
          </p:cNvSpPr>
          <p:nvPr>
            <p:ph type="dt" sz="half" idx="41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6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creensh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0F3D2B-DD8D-3718-AE06-7C8DDB64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71026"/>
            <a:ext cx="3762466" cy="822960"/>
          </a:xfrm>
        </p:spPr>
        <p:txBody>
          <a:bodyPr/>
          <a:lstStyle>
            <a:lvl1pPr>
              <a:defRPr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ADDF4B14-485E-2D9E-8017-8DBD76E5E0C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2000" y="3564014"/>
            <a:ext cx="3762466" cy="1228119"/>
          </a:xfrm>
          <a:prstGeom prst="rect">
            <a:avLst/>
          </a:prstGeom>
          <a:noFill/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chemeClr val="tx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labore</a:t>
            </a:r>
            <a:r>
              <a:rPr lang="en-IN" dirty="0"/>
              <a:t> et dolore magna </a:t>
            </a:r>
            <a:r>
              <a:rPr lang="en-IN" dirty="0" err="1"/>
              <a:t>aliqua</a:t>
            </a:r>
            <a:r>
              <a:rPr lang="en-IN" dirty="0"/>
              <a:t>.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4EE190-AAB7-148D-83A3-3508D5F54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4488" y="1417342"/>
            <a:ext cx="6249629" cy="270425"/>
          </a:xfrm>
          <a:prstGeom prst="rect">
            <a:avLst/>
          </a:prstGeom>
        </p:spPr>
      </p:pic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A6B73051-9D1F-22B3-EB86-F2801CD8E3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364488" y="1687766"/>
            <a:ext cx="6249629" cy="3763219"/>
          </a:xfrm>
        </p:spPr>
        <p:txBody>
          <a:bodyPr anchor="ctr"/>
          <a:lstStyle>
            <a:lvl1pPr algn="ctr">
              <a:defRPr sz="1400"/>
            </a:lvl1pPr>
          </a:lstStyle>
          <a:p>
            <a:r>
              <a:rPr lang="en-US" dirty="0"/>
              <a:t>Click icon to add screenshot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99693-3FF6-AF8C-418A-B4D18A9362A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8245F4-04A6-EC07-B56D-173581A230E4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08C619-4FDB-008C-C4DA-039963A5A61F}"/>
              </a:ext>
            </a:extLst>
          </p:cNvPr>
          <p:cNvSpPr>
            <a:spLocks noGrp="1"/>
          </p:cNvSpPr>
          <p:nvPr>
            <p:ph type="dt" sz="half" idx="41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98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Story with quote, and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>
            <a:extLst>
              <a:ext uri="{FF2B5EF4-FFF2-40B4-BE49-F238E27FC236}">
                <a16:creationId xmlns:a16="http://schemas.microsoft.com/office/drawing/2014/main" id="{74151B34-23FE-44F5-A716-0730CC7BA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1274060"/>
            <a:ext cx="4744029" cy="8229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title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688E9-F02D-F34B-A466-BC7C5A602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167FC9A2-EA1C-47AA-8CD1-519F2B2BA1D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61999" y="178676"/>
            <a:ext cx="2504420" cy="819258"/>
          </a:xfrm>
        </p:spPr>
        <p:txBody>
          <a:bodyPr/>
          <a:lstStyle>
            <a:lvl1pPr>
              <a:defRPr sz="800"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pPr lvl="0"/>
            <a:r>
              <a:rPr lang="en-US" dirty="0"/>
              <a:t>Click to insert partner logo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544B384-379B-D246-825E-82D80E47CA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1820" y="3870511"/>
            <a:ext cx="4838705" cy="1358116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GB" dirty="0"/>
              <a:t>“Quote goes up here.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</a:t>
            </a:r>
            <a:r>
              <a:rPr lang="en-IN" dirty="0" err="1"/>
              <a:t>labore</a:t>
            </a:r>
            <a:r>
              <a:rPr lang="en-IN" dirty="0"/>
              <a:t> et dolore magna </a:t>
            </a:r>
            <a:r>
              <a:rPr lang="en-IN" dirty="0" err="1"/>
              <a:t>aliqua</a:t>
            </a:r>
            <a:r>
              <a:rPr lang="en-IN" dirty="0"/>
              <a:t>. Ut </a:t>
            </a:r>
            <a:r>
              <a:rPr lang="en-IN" dirty="0" err="1"/>
              <a:t>enim</a:t>
            </a:r>
            <a:r>
              <a:rPr lang="en-IN" dirty="0"/>
              <a:t> ad minim </a:t>
            </a:r>
            <a:r>
              <a:rPr lang="en-IN" dirty="0" err="1"/>
              <a:t>veniam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nostrud</a:t>
            </a:r>
            <a:r>
              <a:rPr lang="en-IN" dirty="0"/>
              <a:t> exercitation </a:t>
            </a:r>
            <a:r>
              <a:rPr lang="en-IN" dirty="0" err="1"/>
              <a:t>ullamco</a:t>
            </a:r>
            <a:r>
              <a:rPr lang="en-IN" dirty="0"/>
              <a:t>.”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24E7EE1-1F21-A94B-BD4C-80D5579EA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1820" y="5608955"/>
            <a:ext cx="4838705" cy="269769"/>
          </a:xfrm>
        </p:spPr>
        <p:txBody>
          <a:bodyPr anchor="ctr"/>
          <a:lstStyle>
            <a:lvl1pPr>
              <a:defRPr sz="1200" b="1" i="0">
                <a:solidFill>
                  <a:schemeClr val="tx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/>
              <a:t>Person name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ECEA0F4-62BE-D045-9B17-E8A1B4369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1819" y="5938133"/>
            <a:ext cx="4838705" cy="269769"/>
          </a:xfrm>
        </p:spPr>
        <p:txBody>
          <a:bodyPr anchor="ctr"/>
          <a:lstStyle>
            <a:lvl1pPr>
              <a:defRPr sz="1200" b="0" i="0">
                <a:solidFill>
                  <a:schemeClr val="tx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3" name="Slide Number Placeholder 7">
            <a:extLst>
              <a:ext uri="{FF2B5EF4-FFF2-40B4-BE49-F238E27FC236}">
                <a16:creationId xmlns:a16="http://schemas.microsoft.com/office/drawing/2014/main" id="{4C0ED2E8-6351-ED49-B6CF-FA1F67B26896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70AF836-EBD7-FC48-8131-6B510290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67BD4534-5E82-594D-B1AB-A133054C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4C14E915-6287-F5A1-E319-1E5C8629A05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0368" y="2436573"/>
            <a:ext cx="4764024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Business challenges</a:t>
            </a:r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78AAD0E-863E-A8EC-378E-CA7D3BEDF6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8875" y="2780015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C0BA352F-F67A-5E33-FBD8-084FF44A0F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0368" y="3533895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Why Oracle</a:t>
            </a:r>
            <a:endParaRPr lang="en-US" dirty="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7385F7D-6D1D-86CA-110E-A65805CE479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875" y="3878228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E282E2-5D44-8D75-1898-6AEA0F8C1C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0367" y="4635913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Result</a:t>
            </a:r>
            <a:endParaRPr lang="en-US" dirty="0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78684B9E-4AF4-B988-B9FA-63EF07B490F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68875" y="5010631"/>
            <a:ext cx="2258104" cy="304127"/>
          </a:xfrm>
        </p:spPr>
        <p:txBody>
          <a:bodyPr anchor="b"/>
          <a:lstStyle>
            <a:lvl1pPr>
              <a:lnSpc>
                <a:spcPct val="100000"/>
              </a:lnSpc>
              <a:defRPr sz="12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en-US" dirty="0"/>
              <a:t>Result 1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E8CD5E9-9DB1-7D4C-37D6-37209F08281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875" y="5354986"/>
            <a:ext cx="2258104" cy="618248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EBB6E9E6-28D8-BBCA-0BB7-15E4DEB80D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274795" y="5015715"/>
            <a:ext cx="2258104" cy="304127"/>
          </a:xfrm>
        </p:spPr>
        <p:txBody>
          <a:bodyPr anchor="b"/>
          <a:lstStyle>
            <a:lvl1pPr>
              <a:lnSpc>
                <a:spcPct val="100000"/>
              </a:lnSpc>
              <a:defRPr sz="1200" b="1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en-US" dirty="0"/>
              <a:t>Result 2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DD9F86A-700A-8EBA-A4A6-BC6B400BACE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274795" y="5342942"/>
            <a:ext cx="2258104" cy="618248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3" name="Picture Placeholder 17">
            <a:extLst>
              <a:ext uri="{FF2B5EF4-FFF2-40B4-BE49-F238E27FC236}">
                <a16:creationId xmlns:a16="http://schemas.microsoft.com/office/drawing/2014/main" id="{EE7EF218-A785-F9A6-5ED4-ABEAAE6312D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096000" y="0"/>
            <a:ext cx="6096000" cy="3428682"/>
          </a:xfrm>
          <a:solidFill>
            <a:srgbClr val="AEA8A2"/>
          </a:solidFill>
        </p:spPr>
        <p:txBody>
          <a:bodyPr lIns="72000" tIns="72000" rIns="0" anchor="ctr"/>
          <a:lstStyle>
            <a:lvl1pPr algn="ctr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6C6EBC68-CC41-9713-4563-984719C1DF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8EB83BD-C547-8BEF-5ED8-13EA0AE8B4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9503" t="21585" b="15557"/>
          <a:stretch/>
        </p:blipFill>
        <p:spPr>
          <a:xfrm>
            <a:off x="8834980" y="3428681"/>
            <a:ext cx="3357020" cy="1284671"/>
          </a:xfrm>
          <a:prstGeom prst="rect">
            <a:avLst/>
          </a:prstGeom>
        </p:spPr>
      </p:pic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57B65472-0A7B-E1E2-E938-97D6EFD8291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68875" y="6104842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2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50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Story with photo and sta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8688E9-F02D-F34B-A466-BC7C5A602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167FC9A2-EA1C-47AA-8CD1-519F2B2BA1D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61999" y="178676"/>
            <a:ext cx="2504420" cy="819258"/>
          </a:xfrm>
        </p:spPr>
        <p:txBody>
          <a:bodyPr/>
          <a:lstStyle>
            <a:lvl1pPr>
              <a:defRPr sz="800"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pPr lvl="0"/>
            <a:r>
              <a:rPr lang="en-US" dirty="0"/>
              <a:t>Click to insert partner logo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74151B34-23FE-44F5-A716-0730CC7BA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1274060"/>
            <a:ext cx="4744029" cy="8229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title text styles</a:t>
            </a:r>
          </a:p>
        </p:txBody>
      </p:sp>
      <p:sp>
        <p:nvSpPr>
          <p:cNvPr id="33" name="Slide Number Placeholder 7">
            <a:extLst>
              <a:ext uri="{FF2B5EF4-FFF2-40B4-BE49-F238E27FC236}">
                <a16:creationId xmlns:a16="http://schemas.microsoft.com/office/drawing/2014/main" id="{4C0ED2E8-6351-ED49-B6CF-FA1F67B26896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70AF836-EBD7-FC48-8131-6B510290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30" name="Date Placeholder 2">
            <a:extLst>
              <a:ext uri="{FF2B5EF4-FFF2-40B4-BE49-F238E27FC236}">
                <a16:creationId xmlns:a16="http://schemas.microsoft.com/office/drawing/2014/main" id="{67BD4534-5E82-594D-B1AB-A133054C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4C14E915-6287-F5A1-E319-1E5C8629A05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0368" y="2436573"/>
            <a:ext cx="4764024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Business challenges</a:t>
            </a:r>
            <a:endParaRPr lang="en-US" dirty="0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78AAD0E-863E-A8EC-378E-CA7D3BEDF6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8875" y="2780015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C0BA352F-F67A-5E33-FBD8-084FF44A0F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0368" y="3703827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Why Oracle</a:t>
            </a:r>
            <a:endParaRPr lang="en-US" dirty="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7385F7D-6D1D-86CA-110E-A65805CE479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875" y="4048160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FCE282E2-5D44-8D75-1898-6AEA0F8C1C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0367" y="4870581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Result</a:t>
            </a:r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C9B029B0-1EAB-FE8A-291E-9E218344064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1999" y="5225528"/>
            <a:ext cx="4764024" cy="45720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  <a:lvl2pPr>
              <a:lnSpc>
                <a:spcPct val="100000"/>
              </a:lnSpc>
              <a:defRPr sz="12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6B97647-97D2-408B-413C-E65D6A6051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9049" y="3922382"/>
            <a:ext cx="1590912" cy="614174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3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GB" dirty="0"/>
              <a:t>#Stat</a:t>
            </a:r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3A3580F8-D690-3030-C6AC-4866E9825F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8458" y="3933540"/>
            <a:ext cx="3237574" cy="6030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endParaRPr lang="en-US" dirty="0"/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44C5C283-5935-B42C-7120-D243BA9A29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9049" y="4734009"/>
            <a:ext cx="1590912" cy="614174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3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GB" dirty="0"/>
              <a:t>#Stat</a:t>
            </a:r>
            <a:endParaRPr lang="en-US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099F2B36-E543-7114-2E12-7E05E41FD1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48458" y="4745167"/>
            <a:ext cx="3237574" cy="6030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endParaRPr lang="en-US" dirty="0"/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480E7235-27FC-1059-8FEC-3A55CCC728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39049" y="5546718"/>
            <a:ext cx="1590912" cy="614174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36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GB" dirty="0"/>
              <a:t>#Stat</a:t>
            </a:r>
            <a:endParaRPr lang="en-US" dirty="0"/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360C9156-A92C-0F42-A924-D97D8BD878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48458" y="5557876"/>
            <a:ext cx="3237574" cy="6030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endParaRPr lang="en-US" dirty="0"/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37E1F626-6013-A11C-1493-E8B91C591978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096000" y="0"/>
            <a:ext cx="6096000" cy="3428682"/>
          </a:xfrm>
          <a:solidFill>
            <a:srgbClr val="AEA8A2"/>
          </a:solidFill>
        </p:spPr>
        <p:txBody>
          <a:bodyPr lIns="72000" tIns="72000" rIns="0" anchor="ctr"/>
          <a:lstStyle>
            <a:lvl1pPr algn="ctr">
              <a:defRPr sz="1400" b="0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en-US" dirty="0"/>
              <a:t>Click to add photo or illustration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4A795B6A-184C-84F8-9946-F2838D3CD8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4BAAA2A-9200-092B-2D2E-0CFD12C20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9503" t="21585" b="15557"/>
          <a:stretch/>
        </p:blipFill>
        <p:spPr>
          <a:xfrm>
            <a:off x="8834980" y="3428681"/>
            <a:ext cx="3357020" cy="1284671"/>
          </a:xfrm>
          <a:prstGeom prst="rect">
            <a:avLst/>
          </a:prstGeom>
        </p:spPr>
      </p:pic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714C8117-8874-4C52-FD47-896710854EA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68875" y="6104842"/>
            <a:ext cx="4762532" cy="27432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tabLst/>
              <a:defRPr sz="1200"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IN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53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- half color bloc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C368C7-84E9-0B4D-0941-3C15D6866906}"/>
              </a:ext>
            </a:extLst>
          </p:cNvPr>
          <p:cNvSpPr/>
          <p:nvPr userDrawn="1"/>
        </p:nvSpPr>
        <p:spPr>
          <a:xfrm>
            <a:off x="0" y="-1"/>
            <a:ext cx="5943600" cy="6858000"/>
          </a:xfrm>
          <a:prstGeom prst="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5018F-8341-A0A7-3798-BB6D386B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4595613" cy="822960"/>
          </a:xfrm>
        </p:spPr>
        <p:txBody>
          <a:bodyPr anchor="ctr"/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B52B87-4D2F-759F-F825-1D8452D5364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1AB9-997E-5411-2C56-8A3EC02DD49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34C0960-AEC7-0B85-1E58-B54E51F0ECD4}"/>
              </a:ext>
            </a:extLst>
          </p:cNvPr>
          <p:cNvSpPr>
            <a:spLocks noGrp="1"/>
          </p:cNvSpPr>
          <p:nvPr>
            <p:ph type="dt" sz="half" idx="41"/>
          </p:nvPr>
        </p:nvSpPr>
        <p:spPr>
          <a:xfrm>
            <a:off x="6873138" y="6425604"/>
            <a:ext cx="2743200" cy="363500"/>
          </a:xfrm>
        </p:spPr>
        <p:txBody>
          <a:bodyPr/>
          <a:lstStyle>
            <a:lvl1pPr>
              <a:defRPr>
                <a:solidFill>
                  <a:srgbClr val="514C47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15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acle Logo" descr="Oracle Logo">
            <a:extLst>
              <a:ext uri="{FF2B5EF4-FFF2-40B4-BE49-F238E27FC236}">
                <a16:creationId xmlns:a16="http://schemas.microsoft.com/office/drawing/2014/main" id="{65E5B106-857C-3950-B28D-EF7037F216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4043835" y="2998299"/>
            <a:ext cx="4104330" cy="86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8B8580"/>
                </a:solidFill>
                <a:latin typeface="+mn-lt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8B8580"/>
                </a:solidFill>
                <a:latin typeface="+mn-lt"/>
              </a:defRPr>
            </a:lvl1pPr>
          </a:lstStyle>
          <a:p>
            <a:r>
              <a:rPr lang="en-US" dirty="0"/>
              <a:t>Copyright © 2025, Oracle and/or its affiliates |  Confidential: Internal/Restricted/Highly Restricted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rgbClr val="8B8580"/>
                </a:solidFill>
                <a:latin typeface="+mn-lt"/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3" name="OTag" descr="A small square in Oracle Red with the Oracle logo in the center in white">
            <a:extLst>
              <a:ext uri="{FF2B5EF4-FFF2-40B4-BE49-F238E27FC236}">
                <a16:creationId xmlns:a16="http://schemas.microsoft.com/office/drawing/2014/main" id="{775A8D6B-AAED-949C-F702-A8E8C8F069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616" y="6464808"/>
            <a:ext cx="393192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19" r:id="rId2"/>
    <p:sldLayoutId id="2147484313" r:id="rId3"/>
    <p:sldLayoutId id="2147484030" r:id="rId4"/>
    <p:sldLayoutId id="2147483763" r:id="rId5"/>
    <p:sldLayoutId id="2147484312" r:id="rId6"/>
    <p:sldLayoutId id="2147484251" r:id="rId7"/>
    <p:sldLayoutId id="2147484256" r:id="rId8"/>
    <p:sldLayoutId id="2147483994" r:id="rId9"/>
    <p:sldLayoutId id="2147484074" r:id="rId10"/>
    <p:sldLayoutId id="2147483917" r:id="rId11"/>
    <p:sldLayoutId id="2147484077" r:id="rId12"/>
    <p:sldLayoutId id="2147483922" r:id="rId13"/>
    <p:sldLayoutId id="2147484296" r:id="rId14"/>
    <p:sldLayoutId id="2147484285" r:id="rId15"/>
    <p:sldLayoutId id="2147484288" r:id="rId16"/>
    <p:sldLayoutId id="2147484159" r:id="rId17"/>
    <p:sldLayoutId id="2147484152" r:id="rId18"/>
    <p:sldLayoutId id="2147484227" r:id="rId19"/>
    <p:sldLayoutId id="2147484254" r:id="rId20"/>
    <p:sldLayoutId id="2147484276" r:id="rId21"/>
    <p:sldLayoutId id="2147484258" r:id="rId22"/>
    <p:sldLayoutId id="2147484277" r:id="rId23"/>
    <p:sldLayoutId id="2147484257" r:id="rId24"/>
    <p:sldLayoutId id="2147484281" r:id="rId25"/>
    <p:sldLayoutId id="2147484299" r:id="rId26"/>
    <p:sldLayoutId id="2147484302" r:id="rId27"/>
    <p:sldLayoutId id="2147484303" r:id="rId28"/>
    <p:sldLayoutId id="2147484304" r:id="rId29"/>
    <p:sldLayoutId id="2147483744" r:id="rId3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600" b="0" i="0" kern="1200">
          <a:solidFill>
            <a:schemeClr val="tx1"/>
          </a:solidFill>
          <a:latin typeface="Oracle Sans Tab" panose="020B0503020204020204" pitchFamily="34" charset="0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System Font Regular"/>
        <a:buChar char="-"/>
        <a:tabLst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-"/>
        <a:tabLst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System Font Regular"/>
        <a:buChar char="-"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7pPr>
      <a:lvl8pPr marL="1604963" indent="-2032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Oracle Sans" panose="020B0503020204020204" pitchFamily="34" charset="0"/>
          <a:ea typeface="+mn-ea"/>
          <a:cs typeface="Oracle Sans" panose="020B0503020204020204" pitchFamily="34" charset="0"/>
        </a:defRPr>
      </a:lvl8pPr>
      <a:lvl9pPr marL="1889125" indent="-2032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5ACBF0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CC442-FE19-2B21-C295-5135A8BB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2EA3-B9BF-E51B-CF81-320B49531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538" y="2148840"/>
            <a:ext cx="6400800" cy="1280160"/>
          </a:xfrm>
        </p:spPr>
        <p:txBody>
          <a:bodyPr/>
          <a:lstStyle/>
          <a:p>
            <a:r>
              <a:rPr lang="en-US" dirty="0"/>
              <a:t>Master brand/ industries/ cross-pillar title light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346D5-B4FD-21E3-D04F-3FD4614A0A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2538" y="3519553"/>
            <a:ext cx="6400800" cy="341247"/>
          </a:xfrm>
        </p:spPr>
        <p:txBody>
          <a:bodyPr/>
          <a:lstStyle/>
          <a:p>
            <a:r>
              <a:rPr lang="en-US" dirty="0"/>
              <a:t>Subhead goes here on one line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22A955E-B180-44EC-F757-8796A610D56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92538" y="4544568"/>
            <a:ext cx="5077970" cy="266291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F3A57-E55D-962C-8006-CEB1B95405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2538" y="4882896"/>
            <a:ext cx="5077970" cy="895181"/>
          </a:xfrm>
        </p:spPr>
        <p:txBody>
          <a:bodyPr/>
          <a:lstStyle/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24A2-A098-72E8-BB2E-43C3161E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" y="6995117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88444-0037-BDBB-15D0-5942A6F71A2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7759" y="6995435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0E3B-A1D0-07C1-FF8E-98F4C6A8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B147-C3E1-D271-FECD-C8379E10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Cross-pillar, industries, and general divider light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0D991-89CE-DB16-6055-E758E9D394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Subhead goes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56FEB-FCBC-CD88-8443-87243BCC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86267-F609-1E99-571C-62EC65E4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6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B3CC-CA75-6D32-AAA6-D1484A6E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27A63-01ED-C73A-DFA8-01A7FEDF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5383380" cy="822960"/>
          </a:xfrm>
        </p:spPr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7E334-70EA-2924-4676-A9D1115D5F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DD1F7-E6CF-FFB7-7BAD-53C7C39B72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D31C9A-594E-CF61-32DC-DBBE80ADDD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39" y="1286828"/>
            <a:ext cx="439101" cy="3711892"/>
          </a:xfrm>
        </p:spPr>
        <p:txBody>
          <a:bodyPr/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A7A6A-F6CD-2767-19A2-76C8B147F9C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89699" y="1286828"/>
            <a:ext cx="6880541" cy="3711892"/>
          </a:xfrm>
        </p:spPr>
        <p:txBody>
          <a:bodyPr/>
          <a:lstStyle/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  <a:p>
            <a:r>
              <a:rPr lang="en-US" dirty="0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90547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53082-ADC8-600E-0747-8DCCC99D6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57C8-DF26-C67F-2B55-45ECD679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a light title/subtitle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A55C-0F32-1C17-7556-8F60574760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10671048" cy="33054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F9D3-5932-0732-B395-77A279D44D77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B713-378B-F0B6-E69F-36D39D0164E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4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665D1-A696-D6C9-997A-ABDACD34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5B32-5673-FE26-55FA-DACAF8ED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a light title/subtitle one column slide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FF435D0-81B7-AB05-F9E6-8C0DC23D4F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10671048" cy="330540"/>
          </a:xfrm>
        </p:spPr>
        <p:txBody>
          <a:bodyPr/>
          <a:lstStyle/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14E70-C901-18B9-02B9-95109794A9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10671048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 (use indent)</a:t>
            </a:r>
          </a:p>
          <a:p>
            <a:pPr lvl="2"/>
            <a:r>
              <a:rPr lang="en-US" dirty="0"/>
              <a:t>Second level bullet (use indent)</a:t>
            </a:r>
          </a:p>
          <a:p>
            <a:pPr lvl="3"/>
            <a:r>
              <a:rPr lang="en-US" dirty="0"/>
              <a:t>Third level bullet (use indent)</a:t>
            </a:r>
          </a:p>
          <a:p>
            <a:pPr lvl="4"/>
            <a:r>
              <a:rPr lang="en-US" dirty="0"/>
              <a:t>Fourth level bullet (use indent)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9F57A-909E-2983-0980-685432E89B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7FDAC-F657-5FC0-FB0D-697DE5BE95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07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9C4AF-D85E-303F-4D43-BB0B7A64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BB80-2677-0544-A4E8-8C81E637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a light two column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9D6F848-75F8-FF26-30C6-79B07BA491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10671048" cy="33054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08D23-1337-8842-A381-F84FEFFC836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5084064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 (use indent)</a:t>
            </a:r>
          </a:p>
          <a:p>
            <a:pPr lvl="2"/>
            <a:r>
              <a:rPr lang="en-US" dirty="0"/>
              <a:t>Second level bullet (use indent)</a:t>
            </a:r>
          </a:p>
          <a:p>
            <a:pPr lvl="3"/>
            <a:r>
              <a:rPr lang="en-US" dirty="0"/>
              <a:t>Third level bullet (use indent)</a:t>
            </a:r>
          </a:p>
          <a:p>
            <a:pPr lvl="4"/>
            <a:r>
              <a:rPr lang="en-US" dirty="0"/>
              <a:t>Fourth level bullet (use indent)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7E6DE-6CC2-196D-7EAF-7F4A84EA6FC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0317" y="1600220"/>
            <a:ext cx="5084064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 (use indent)</a:t>
            </a:r>
          </a:p>
          <a:p>
            <a:pPr lvl="2"/>
            <a:r>
              <a:rPr lang="en-US" dirty="0"/>
              <a:t>Second level bullet (use indent)</a:t>
            </a:r>
          </a:p>
          <a:p>
            <a:pPr lvl="3"/>
            <a:r>
              <a:rPr lang="en-US" dirty="0"/>
              <a:t>Third level bullet (use indent)</a:t>
            </a:r>
          </a:p>
          <a:p>
            <a:pPr lvl="4"/>
            <a:r>
              <a:rPr lang="en-US" dirty="0"/>
              <a:t>Fourth level bullet (use indent)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C1AC08-3D17-B7B4-1AE3-423663671F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6F817-67DC-36D5-86CB-CCBE3DAF9CD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00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A0778-14BB-B37A-9487-D8674570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C1DC-EB73-48A4-82C5-F011CC81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a light three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5941BE-803B-F3E6-799E-4582F8D2AB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10671048" cy="33054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95EA-E7B3-88F5-62F9-26284322A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3291840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</a:t>
            </a:r>
          </a:p>
          <a:p>
            <a:pPr lvl="2"/>
            <a:r>
              <a:rPr lang="en-US" dirty="0"/>
              <a:t>Second level bullet</a:t>
            </a:r>
          </a:p>
          <a:p>
            <a:pPr lvl="3"/>
            <a:r>
              <a:rPr lang="en-US" dirty="0"/>
              <a:t>Third level bullet</a:t>
            </a:r>
          </a:p>
          <a:p>
            <a:pPr lvl="4"/>
            <a:r>
              <a:rPr lang="en-US" dirty="0"/>
              <a:t>Fourth level bullet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C9A95-B8D6-4A0A-3C1C-B3418A27EBB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450080" y="1607058"/>
            <a:ext cx="3291840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 </a:t>
            </a:r>
          </a:p>
          <a:p>
            <a:pPr lvl="2"/>
            <a:r>
              <a:rPr lang="en-US" dirty="0"/>
              <a:t>Second level bullet</a:t>
            </a:r>
          </a:p>
          <a:p>
            <a:pPr lvl="3"/>
            <a:r>
              <a:rPr lang="en-US" dirty="0"/>
              <a:t>Third level bullet</a:t>
            </a:r>
          </a:p>
          <a:p>
            <a:pPr lvl="4"/>
            <a:r>
              <a:rPr lang="en-US" dirty="0"/>
              <a:t>Fourth level bullet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3D3780-5BB2-72D0-0F7E-9C597D48661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33398" y="1613917"/>
            <a:ext cx="3291840" cy="4507992"/>
          </a:xfrm>
        </p:spPr>
        <p:txBody>
          <a:bodyPr/>
          <a:lstStyle/>
          <a:p>
            <a:r>
              <a:rPr lang="en-US" dirty="0"/>
              <a:t>Main paragraph text</a:t>
            </a:r>
          </a:p>
          <a:p>
            <a:pPr lvl="1"/>
            <a:r>
              <a:rPr lang="en-US" dirty="0"/>
              <a:t>First level bullet</a:t>
            </a:r>
          </a:p>
          <a:p>
            <a:pPr lvl="2"/>
            <a:r>
              <a:rPr lang="en-US" dirty="0"/>
              <a:t>Second level bullet</a:t>
            </a:r>
          </a:p>
          <a:p>
            <a:pPr lvl="3"/>
            <a:r>
              <a:rPr lang="en-US" dirty="0"/>
              <a:t>Third level bullet</a:t>
            </a:r>
          </a:p>
          <a:p>
            <a:pPr lvl="4"/>
            <a:r>
              <a:rPr lang="en-US" dirty="0"/>
              <a:t>Fourth level bullet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D5B89-E468-771D-7B5E-5A1FE827072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AA72C-81DF-2A90-EF33-3AB698718A5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1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4817-E6CC-59D3-D9EF-93F409E1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and subtitle on light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8F441-E893-1EA9-7068-AAA14F2325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10671048" cy="33054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4FCCC-9143-EE9D-89F5-D3C9BB8C7F0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5A4A2-FE67-E239-B1D0-D02CEF25F3B5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A2E2-F7D4-CCF5-65FD-D7F4118C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and 1 column on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B9C82-A17D-F271-670A-D956F240A0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10671048" cy="4507992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labore et dolore magna </a:t>
            </a:r>
            <a:r>
              <a:rPr lang="en-IN" dirty="0" err="1"/>
              <a:t>aliqua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2ACB4-9DDF-F17C-5956-99E3F26B7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62757-0FF5-7A5A-CB07-93BC32355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6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EB800-AFB7-247D-72D5-97C01FC0B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6C6F-3DC2-1A21-10EE-243CC32B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6790149" cy="822960"/>
          </a:xfrm>
        </p:spPr>
        <p:txBody>
          <a:bodyPr/>
          <a:lstStyle/>
          <a:p>
            <a:r>
              <a:rPr lang="en-US" dirty="0"/>
              <a:t>Title on a light with 1/3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9AD84-701B-9130-FC0E-7148EF157C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2" y="1600199"/>
            <a:ext cx="6792262" cy="4507992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labore et dolore magna </a:t>
            </a:r>
            <a:r>
              <a:rPr lang="en-IN" dirty="0" err="1"/>
              <a:t>aliqua</a:t>
            </a:r>
            <a:r>
              <a:rPr lang="en-IN" dirty="0"/>
              <a:t>. </a:t>
            </a:r>
            <a:endParaRPr lang="en-US" dirty="0"/>
          </a:p>
        </p:txBody>
      </p:sp>
      <p:pic>
        <p:nvPicPr>
          <p:cNvPr id="22" name="Picture Placeholder 21" descr="an image of man wearing a jacket biking in front of a glass building. it has text on it that says “Placeholder image”">
            <a:extLst>
              <a:ext uri="{FF2B5EF4-FFF2-40B4-BE49-F238E27FC236}">
                <a16:creationId xmlns:a16="http://schemas.microsoft.com/office/drawing/2014/main" id="{B8C7DA5E-0E19-506A-4435-0FA4CBD6B5E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" r="119"/>
          <a:stretch/>
        </p:blipFill>
        <p:spPr>
          <a:xfrm>
            <a:off x="8132064" y="0"/>
            <a:ext cx="4059936" cy="6858000"/>
          </a:xfrm>
        </p:spPr>
      </p:pic>
      <p:sp>
        <p:nvSpPr>
          <p:cNvPr id="4" name="PPT Tips">
            <a:extLst>
              <a:ext uri="{FF2B5EF4-FFF2-40B4-BE49-F238E27FC236}">
                <a16:creationId xmlns:a16="http://schemas.microsoft.com/office/drawing/2014/main" id="{A57AA30B-775B-B0B4-CC3D-690D84E0DD20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C3FADF-3816-3AB9-2388-F7E1040124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5010CED-8267-60B5-FC90-300A9FB7B9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1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DC6D-D136-A7CF-BCC5-6F5AC32E6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4754880" cy="822960"/>
          </a:xfrm>
        </p:spPr>
        <p:txBody>
          <a:bodyPr/>
          <a:lstStyle/>
          <a:p>
            <a:r>
              <a:rPr lang="en-US" dirty="0"/>
              <a:t>Title, content and illustration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49329-3C7C-3646-1BA7-5FD1B2F129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6763" y="1009904"/>
            <a:ext cx="4754880" cy="330540"/>
          </a:xfrm>
        </p:spPr>
        <p:txBody>
          <a:bodyPr/>
          <a:lstStyle/>
          <a:p>
            <a:r>
              <a:rPr lang="en-US" dirty="0"/>
              <a:t>On a light slide</a:t>
            </a:r>
          </a:p>
        </p:txBody>
      </p:sp>
      <p:pic>
        <p:nvPicPr>
          <p:cNvPr id="13" name="Picture Placeholder 20" descr="An image of a man holding a phone, walking in the office. The image has text on it that says “placeholder image”">
            <a:extLst>
              <a:ext uri="{FF2B5EF4-FFF2-40B4-BE49-F238E27FC236}">
                <a16:creationId xmlns:a16="http://schemas.microsoft.com/office/drawing/2014/main" id="{5D160BBA-9C49-E298-92DF-F6DA999BA0C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" b="17"/>
          <a:stretch/>
        </p:blipFill>
        <p:spPr>
          <a:xfrm>
            <a:off x="6096000" y="0"/>
            <a:ext cx="6096000" cy="6858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CF63C-F75C-C7BD-E963-59621562FF9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191" y="1965976"/>
            <a:ext cx="4764024" cy="274320"/>
          </a:xfrm>
        </p:spPr>
        <p:txBody>
          <a:bodyPr/>
          <a:lstStyle/>
          <a:p>
            <a:r>
              <a:rPr lang="en-US" dirty="0"/>
              <a:t>Subhead goes here.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A0CC3F-8F6E-2157-4189-B2F161075A0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0698" y="2309418"/>
            <a:ext cx="4764024" cy="45720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DDF7DD-8F2B-07AE-663F-0A0EE0EDB6B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62191" y="3222718"/>
            <a:ext cx="4762532" cy="274320"/>
          </a:xfrm>
        </p:spPr>
        <p:txBody>
          <a:bodyPr/>
          <a:lstStyle/>
          <a:p>
            <a:r>
              <a:rPr lang="en-US" dirty="0"/>
              <a:t>Subhead goes here.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6CD0D6-D423-6A4E-33EA-B1102CABBB1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0698" y="3567051"/>
            <a:ext cx="4764024" cy="45720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2FACE4-CFD9-196A-64A4-1ACB66555D7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62191" y="4594303"/>
            <a:ext cx="4762532" cy="274320"/>
          </a:xfrm>
        </p:spPr>
        <p:txBody>
          <a:bodyPr/>
          <a:lstStyle/>
          <a:p>
            <a:r>
              <a:rPr lang="en-US" dirty="0"/>
              <a:t>Subhead goes here.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CD1796-FF93-F1DF-B03A-C2B65E8A7B6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60698" y="4937745"/>
            <a:ext cx="4764024" cy="457200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E2022FE-A286-F06E-398C-DF74ADE9AED5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2E49200-E19F-8A98-BEAF-9E37EA27ECC3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PPT Tips">
            <a:extLst>
              <a:ext uri="{FF2B5EF4-FFF2-40B4-BE49-F238E27FC236}">
                <a16:creationId xmlns:a16="http://schemas.microsoft.com/office/drawing/2014/main" id="{9B8C3BA3-DFB9-D756-A92A-1CA5C79B5E67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336892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0564F-2001-76E1-F401-58D59DD8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2FC61E-6E7B-8ED1-BCF2-93453570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4595613" cy="822960"/>
          </a:xfrm>
        </p:spPr>
        <p:txBody>
          <a:bodyPr/>
          <a:lstStyle/>
          <a:p>
            <a:r>
              <a:rPr lang="en-US" dirty="0"/>
              <a:t>Bold statement on light</a:t>
            </a:r>
            <a:br>
              <a:rPr lang="en-US" dirty="0"/>
            </a:br>
            <a:r>
              <a:rPr lang="en-US" dirty="0"/>
              <a:t>with a photo on the right</a:t>
            </a:r>
          </a:p>
        </p:txBody>
      </p:sp>
      <p:pic>
        <p:nvPicPr>
          <p:cNvPr id="18" name="Picture Placeholder 17" descr="An image of two women holding an tablet. The image has text on it that says “Placeholder image”">
            <a:extLst>
              <a:ext uri="{FF2B5EF4-FFF2-40B4-BE49-F238E27FC236}">
                <a16:creationId xmlns:a16="http://schemas.microsoft.com/office/drawing/2014/main" id="{3429D2F2-B6DA-46A1-0AD2-ECA46912F5D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" b="17"/>
          <a:stretch/>
        </p:blipFill>
        <p:spPr>
          <a:xfrm>
            <a:off x="6096000" y="0"/>
            <a:ext cx="6096000" cy="6858000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61964C-38FD-9C6E-F5FD-D6C5BDB070F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7A0463-E9EE-E84D-59D6-37AFF030604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E229C-2F07-F960-E7FD-36522B7FB924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87137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0BDB0-6338-A758-A6DD-0F4E64B7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A714A4-F952-92BC-C34F-4CE32124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light three icons slides</a:t>
            </a:r>
          </a:p>
        </p:txBody>
      </p:sp>
      <p:pic>
        <p:nvPicPr>
          <p:cNvPr id="32" name="Picture Placeholder 31" descr="A place holder icon with FPO text on it. ">
            <a:extLst>
              <a:ext uri="{FF2B5EF4-FFF2-40B4-BE49-F238E27FC236}">
                <a16:creationId xmlns:a16="http://schemas.microsoft.com/office/drawing/2014/main" id="{35088AC3-54FB-B2AF-01CA-617E8FCBB99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21" r="1421"/>
          <a:stretch/>
        </p:blipFill>
        <p:spPr>
          <a:xfrm>
            <a:off x="905836" y="1903856"/>
            <a:ext cx="1893870" cy="169809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C6BCBF-6215-810B-0B9B-6E0C0F4366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1114" y="3983730"/>
            <a:ext cx="2276930" cy="323885"/>
          </a:xfrm>
        </p:spPr>
        <p:txBody>
          <a:bodyPr/>
          <a:lstStyle/>
          <a:p>
            <a:r>
              <a:rPr lang="en-IN"/>
              <a:t>Subhead goes here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65C5DB-B0F1-3E3A-BD64-3A161A069A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1114" y="4377376"/>
            <a:ext cx="2276930" cy="1244947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pic>
        <p:nvPicPr>
          <p:cNvPr id="34" name="Picture Placeholder 33" descr="A place holder icon with FPO text on it. ">
            <a:extLst>
              <a:ext uri="{FF2B5EF4-FFF2-40B4-BE49-F238E27FC236}">
                <a16:creationId xmlns:a16="http://schemas.microsoft.com/office/drawing/2014/main" id="{7706D0EB-A894-4E88-C024-1A8C18A89037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98" r="2698"/>
          <a:stretch/>
        </p:blipFill>
        <p:spPr>
          <a:xfrm>
            <a:off x="4797315" y="1917370"/>
            <a:ext cx="1893870" cy="1698098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EA070B-6FE4-8288-9006-376112023CB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97315" y="3983730"/>
            <a:ext cx="2276930" cy="323885"/>
          </a:xfrm>
        </p:spPr>
        <p:txBody>
          <a:bodyPr/>
          <a:lstStyle/>
          <a:p>
            <a:r>
              <a:rPr lang="en-IN"/>
              <a:t>Subhead goes here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661EF9-FDE2-B855-C3D3-C460E263B89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97315" y="4377376"/>
            <a:ext cx="2276930" cy="1244947"/>
          </a:xfrm>
        </p:spPr>
        <p:txBody>
          <a:bodyPr/>
          <a:lstStyle/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pic>
        <p:nvPicPr>
          <p:cNvPr id="36" name="Picture Placeholder 35" descr="A place holder icon with FPO text on it. ">
            <a:extLst>
              <a:ext uri="{FF2B5EF4-FFF2-40B4-BE49-F238E27FC236}">
                <a16:creationId xmlns:a16="http://schemas.microsoft.com/office/drawing/2014/main" id="{0F82FB9C-D5D1-23BB-1DC2-FC6146075818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621" r="1621"/>
          <a:stretch/>
        </p:blipFill>
        <p:spPr>
          <a:xfrm>
            <a:off x="8645868" y="1917370"/>
            <a:ext cx="1893870" cy="1698098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50A60A2-B5CE-818F-F02B-339ABE789E0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648346" y="3983730"/>
            <a:ext cx="2276930" cy="323885"/>
          </a:xfrm>
        </p:spPr>
        <p:txBody>
          <a:bodyPr/>
          <a:lstStyle/>
          <a:p>
            <a:r>
              <a:rPr lang="en-IN"/>
              <a:t>Subhead goes here</a:t>
            </a:r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79AA86-1CC6-CEC7-0764-A200D25584E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648346" y="4377376"/>
            <a:ext cx="2276930" cy="1244947"/>
          </a:xfrm>
        </p:spPr>
        <p:txBody>
          <a:bodyPr/>
          <a:lstStyle/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sp>
        <p:nvSpPr>
          <p:cNvPr id="266" name="Footer Placeholder 265">
            <a:extLst>
              <a:ext uri="{FF2B5EF4-FFF2-40B4-BE49-F238E27FC236}">
                <a16:creationId xmlns:a16="http://schemas.microsoft.com/office/drawing/2014/main" id="{BCEBA982-28C2-0F54-5A4E-603D709AAFA5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267" name="Slide Number Placeholder 266">
            <a:extLst>
              <a:ext uri="{FF2B5EF4-FFF2-40B4-BE49-F238E27FC236}">
                <a16:creationId xmlns:a16="http://schemas.microsoft.com/office/drawing/2014/main" id="{AF33E070-E929-592C-C923-6C0731F1BCC8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7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EFA10-57EB-972B-9A49-B69CD45C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D55D92-3B4F-8943-AEEC-34493FE7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light three icons slides</a:t>
            </a:r>
          </a:p>
        </p:txBody>
      </p:sp>
      <p:pic>
        <p:nvPicPr>
          <p:cNvPr id="32" name="Picture Placeholder 31" descr="A place holder icon with FPO text on it. ">
            <a:extLst>
              <a:ext uri="{FF2B5EF4-FFF2-40B4-BE49-F238E27FC236}">
                <a16:creationId xmlns:a16="http://schemas.microsoft.com/office/drawing/2014/main" id="{A719F9BC-E97D-FD86-3AEB-14E411146F91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09" r="3709"/>
          <a:stretch/>
        </p:blipFill>
        <p:spPr>
          <a:xfrm>
            <a:off x="761999" y="1895271"/>
            <a:ext cx="1621625" cy="1525144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7C7C2C-E663-62BB-32B3-CE03CB6865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61999" y="3983730"/>
            <a:ext cx="2146985" cy="323885"/>
          </a:xfrm>
        </p:spPr>
        <p:txBody>
          <a:bodyPr/>
          <a:lstStyle/>
          <a:p>
            <a:r>
              <a:rPr lang="en-IN"/>
              <a:t>Subhead goes here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F1D29-4B1F-B837-2E0A-EEFFBF03EA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1999" y="4377376"/>
            <a:ext cx="2146985" cy="1244947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pic>
        <p:nvPicPr>
          <p:cNvPr id="34" name="Picture Placeholder 33" descr="A place holder icon with FPO text on it. ">
            <a:extLst>
              <a:ext uri="{FF2B5EF4-FFF2-40B4-BE49-F238E27FC236}">
                <a16:creationId xmlns:a16="http://schemas.microsoft.com/office/drawing/2014/main" id="{F4BAE3C4-6A39-003E-A65A-2FF5C7F06C3E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68" r="4968"/>
          <a:stretch/>
        </p:blipFill>
        <p:spPr>
          <a:xfrm>
            <a:off x="3558551" y="1903856"/>
            <a:ext cx="1621625" cy="1525144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B84DF2-1C90-8378-91E4-2511CE62209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55999" y="3983730"/>
            <a:ext cx="2146985" cy="323885"/>
          </a:xfrm>
        </p:spPr>
        <p:txBody>
          <a:bodyPr/>
          <a:lstStyle/>
          <a:p>
            <a:r>
              <a:rPr lang="en-IN"/>
              <a:t>Subhead goes here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CC5FED-C19E-978A-56BE-6AFC547818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55999" y="4377376"/>
            <a:ext cx="2146985" cy="1244947"/>
          </a:xfrm>
        </p:spPr>
        <p:txBody>
          <a:bodyPr/>
          <a:lstStyle/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pic>
        <p:nvPicPr>
          <p:cNvPr id="36" name="Picture Placeholder 35" descr="A place holder icon with FPO text on it. ">
            <a:extLst>
              <a:ext uri="{FF2B5EF4-FFF2-40B4-BE49-F238E27FC236}">
                <a16:creationId xmlns:a16="http://schemas.microsoft.com/office/drawing/2014/main" id="{BEF6723B-1F14-4DA7-3C25-BA38D8B61158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895" r="3895"/>
          <a:stretch/>
        </p:blipFill>
        <p:spPr>
          <a:xfrm>
            <a:off x="6397301" y="1909175"/>
            <a:ext cx="1621625" cy="1525144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C75B413-A122-0A16-DE5F-3E1B917B08A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400799" y="3983730"/>
            <a:ext cx="2146985" cy="323885"/>
          </a:xfrm>
        </p:spPr>
        <p:txBody>
          <a:bodyPr/>
          <a:lstStyle/>
          <a:p>
            <a:r>
              <a:rPr lang="en-IN" dirty="0"/>
              <a:t>Subhead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FEE7AA-654F-DADD-2CEB-5F1631417EC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400799" y="4377376"/>
            <a:ext cx="2146985" cy="1244947"/>
          </a:xfrm>
        </p:spPr>
        <p:txBody>
          <a:bodyPr/>
          <a:lstStyle/>
          <a:p>
            <a:pPr lvl="0"/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pic>
        <p:nvPicPr>
          <p:cNvPr id="12" name="Picture Placeholder 35" descr="A place holder icon with FPO text on it. ">
            <a:extLst>
              <a:ext uri="{FF2B5EF4-FFF2-40B4-BE49-F238E27FC236}">
                <a16:creationId xmlns:a16="http://schemas.microsoft.com/office/drawing/2014/main" id="{B60E0E3A-5B2A-3969-1513-1755FF1A9069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943" r="3943"/>
          <a:stretch/>
        </p:blipFill>
        <p:spPr>
          <a:xfrm>
            <a:off x="9235439" y="1895271"/>
            <a:ext cx="1621625" cy="152514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5DF3-9E3D-A8BB-6E9E-C6436924D97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35439" y="3983730"/>
            <a:ext cx="2146985" cy="323885"/>
          </a:xfrm>
        </p:spPr>
        <p:txBody>
          <a:bodyPr/>
          <a:lstStyle/>
          <a:p>
            <a:r>
              <a:rPr lang="en-IN" dirty="0"/>
              <a:t>Subhead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848AB-56AA-2442-1608-1258A697EE2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35439" y="4377376"/>
            <a:ext cx="2146985" cy="1244947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</a:t>
            </a:r>
            <a:endParaRPr lang="en-US" dirty="0"/>
          </a:p>
        </p:txBody>
      </p:sp>
      <p:sp>
        <p:nvSpPr>
          <p:cNvPr id="267" name="Slide Number Placeholder 266">
            <a:extLst>
              <a:ext uri="{FF2B5EF4-FFF2-40B4-BE49-F238E27FC236}">
                <a16:creationId xmlns:a16="http://schemas.microsoft.com/office/drawing/2014/main" id="{CC80843D-647A-F402-F354-29F28F67083A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66" name="Footer Placeholder 265">
            <a:extLst>
              <a:ext uri="{FF2B5EF4-FFF2-40B4-BE49-F238E27FC236}">
                <a16:creationId xmlns:a16="http://schemas.microsoft.com/office/drawing/2014/main" id="{31604DF4-B566-A33E-3595-7B17CC1D94AE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1B239-82AC-DB74-FC39-68C8614A0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16DFB03-E400-8046-1247-97E2151C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on light two images and content slide</a:t>
            </a:r>
          </a:p>
        </p:txBody>
      </p:sp>
      <p:pic>
        <p:nvPicPr>
          <p:cNvPr id="29" name="Picture Placeholder 28" descr="An image of a man and a women holding an table in a data center. The image says “placeholder image” on it">
            <a:extLst>
              <a:ext uri="{FF2B5EF4-FFF2-40B4-BE49-F238E27FC236}">
                <a16:creationId xmlns:a16="http://schemas.microsoft.com/office/drawing/2014/main" id="{FA09FC8A-C9EE-09AC-A4D6-71453F3F6ED1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2" r="202"/>
          <a:stretch/>
        </p:blipFill>
        <p:spPr>
          <a:xfrm>
            <a:off x="795712" y="1616572"/>
            <a:ext cx="4924591" cy="2662745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569044-A8CD-5DD4-CEDD-389E7A85B04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2538" y="4434829"/>
            <a:ext cx="4950147" cy="1291432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33" name="Picture Placeholder 32" descr="An image of two women holding an tablet. The image has text on it that says “Placeholder image”">
            <a:extLst>
              <a:ext uri="{FF2B5EF4-FFF2-40B4-BE49-F238E27FC236}">
                <a16:creationId xmlns:a16="http://schemas.microsoft.com/office/drawing/2014/main" id="{03830D14-7AA1-01FB-3B5B-CC5BCE566FA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2" r="172"/>
          <a:stretch/>
        </p:blipFill>
        <p:spPr>
          <a:xfrm>
            <a:off x="6411475" y="1601343"/>
            <a:ext cx="4924591" cy="266274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2C608-DBC5-E81D-5F96-4AB4D747DD4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448844" y="4419602"/>
            <a:ext cx="4924747" cy="1280319"/>
          </a:xfrm>
        </p:spPr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FE87B-8D5A-26CC-A7AC-9AC76A365E0F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3262E-6F1D-216E-E21F-D0E1E8D8743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D983B-496D-9365-2F4E-61E5E7BB368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0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1434B-072B-B43C-DD6E-BA55805E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45615F-9EC6-2258-FD32-2230B5C0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4961369" cy="822960"/>
          </a:xfrm>
        </p:spPr>
        <p:txBody>
          <a:bodyPr/>
          <a:lstStyle/>
          <a:p>
            <a:r>
              <a:rPr lang="en-US" dirty="0"/>
              <a:t>A short title goes here on light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6BA84F-D993-ABDB-17C5-5F9D1C4512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92537" y="1751671"/>
            <a:ext cx="4899101" cy="1410405"/>
          </a:xfrm>
        </p:spPr>
        <p:txBody>
          <a:bodyPr/>
          <a:lstStyle/>
          <a:p>
            <a:r>
              <a:rPr lang="en-US" dirty="0"/>
              <a:t>Collage Page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  <a:p>
            <a:pPr lvl="1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6E3520-3D4D-7DFF-3EBC-96C323D1B7E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92537" y="3378765"/>
            <a:ext cx="4899101" cy="1410405"/>
          </a:xfrm>
        </p:spPr>
        <p:txBody>
          <a:bodyPr/>
          <a:lstStyle/>
          <a:p>
            <a:r>
              <a:rPr lang="en-US" dirty="0"/>
              <a:t>Collage Page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DA675C-0DFD-A87F-4AAC-7403096215D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92537" y="5005861"/>
            <a:ext cx="4899101" cy="1128240"/>
          </a:xfrm>
        </p:spPr>
        <p:txBody>
          <a:bodyPr/>
          <a:lstStyle/>
          <a:p>
            <a:r>
              <a:rPr lang="en-US" dirty="0"/>
              <a:t>Collage Page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et.</a:t>
            </a:r>
          </a:p>
        </p:txBody>
      </p:sp>
      <p:pic>
        <p:nvPicPr>
          <p:cNvPr id="149" name="Picture Placeholder 148" descr="An image of two people standing in a store reaching for a clothing item. The image has text on it that says “Placeholder image”">
            <a:extLst>
              <a:ext uri="{FF2B5EF4-FFF2-40B4-BE49-F238E27FC236}">
                <a16:creationId xmlns:a16="http://schemas.microsoft.com/office/drawing/2014/main" id="{D9A12538-2AF5-513C-3F81-81FF8ED9A691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6" r="176"/>
          <a:stretch/>
        </p:blipFill>
        <p:spPr>
          <a:xfrm>
            <a:off x="6095603" y="5457103"/>
            <a:ext cx="2885888" cy="1400897"/>
          </a:xfrm>
        </p:spPr>
      </p:pic>
      <p:pic>
        <p:nvPicPr>
          <p:cNvPr id="171" name="Picture Placeholder 170" descr="An image of a women standing at a cash register. The image has text on it that says “Placeholder Image”">
            <a:extLst>
              <a:ext uri="{FF2B5EF4-FFF2-40B4-BE49-F238E27FC236}">
                <a16:creationId xmlns:a16="http://schemas.microsoft.com/office/drawing/2014/main" id="{648EEB07-1983-7B82-DF20-770B69FB4FF8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4" r="104"/>
          <a:stretch/>
        </p:blipFill>
        <p:spPr>
          <a:xfrm>
            <a:off x="6095603" y="2726373"/>
            <a:ext cx="2885888" cy="2662069"/>
          </a:xfrm>
        </p:spPr>
      </p:pic>
      <p:pic>
        <p:nvPicPr>
          <p:cNvPr id="135" name="Picture Placeholder 134" descr="An image of a women petting a dog. The image has text on it that says “Placeholder Image”">
            <a:extLst>
              <a:ext uri="{FF2B5EF4-FFF2-40B4-BE49-F238E27FC236}">
                <a16:creationId xmlns:a16="http://schemas.microsoft.com/office/drawing/2014/main" id="{9DC6C816-B178-56A9-D142-FB5D3ACA0E83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4" r="104"/>
          <a:stretch/>
        </p:blipFill>
        <p:spPr>
          <a:xfrm>
            <a:off x="6095603" y="-1"/>
            <a:ext cx="2885888" cy="2662069"/>
          </a:xfrm>
        </p:spPr>
      </p:pic>
      <p:pic>
        <p:nvPicPr>
          <p:cNvPr id="157" name="Picture Placeholder 156" descr="An image of a women standing at a counter with a phone checking into an event. The image has text on it that says “Placeholder Image”">
            <a:extLst>
              <a:ext uri="{FF2B5EF4-FFF2-40B4-BE49-F238E27FC236}">
                <a16:creationId xmlns:a16="http://schemas.microsoft.com/office/drawing/2014/main" id="{51B56CB8-BA2D-972F-AC0F-039F1942A1C7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3" r="203"/>
          <a:stretch/>
        </p:blipFill>
        <p:spPr>
          <a:xfrm>
            <a:off x="9049339" y="4122738"/>
            <a:ext cx="3142661" cy="2735263"/>
          </a:xfrm>
        </p:spPr>
      </p:pic>
      <p:pic>
        <p:nvPicPr>
          <p:cNvPr id="167" name="Picture Placeholder 166" descr="An image a person smiling holding a sign.  The image has text on it that says “Placeholder Image”">
            <a:extLst>
              <a:ext uri="{FF2B5EF4-FFF2-40B4-BE49-F238E27FC236}">
                <a16:creationId xmlns:a16="http://schemas.microsoft.com/office/drawing/2014/main" id="{C8FE4D96-9E38-D7DB-9A25-FEE2FA114742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" r="274"/>
          <a:stretch/>
        </p:blipFill>
        <p:spPr>
          <a:xfrm>
            <a:off x="9049131" y="0"/>
            <a:ext cx="3142870" cy="4060563"/>
          </a:xfr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60FA973-F20C-E6BF-D18A-1EAD7FEC3EB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CFF4B978-1D82-7745-80C5-DBABA6B131D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82ADC19-EA0C-0F3E-8F84-0141168A1B5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CA"/>
              <a:t>Copyright © 2025, Oracle and/or its affiliates |  Confidential: Internal/Restricted/Highly Restricted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A17CAE-BE4C-8755-4A87-DFEED0ECE997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164478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665BF-278B-510C-4B85-B633564C79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2000" y="6428637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62527-3E99-B7C5-E9F9-4ACA401AAA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27760" y="6428955"/>
            <a:ext cx="5233748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pic>
        <p:nvPicPr>
          <p:cNvPr id="11" name="Picture Placeholder 10" descr="An image of a man and a women holding an table in a data center. The image says “placeholder image” on it">
            <a:extLst>
              <a:ext uri="{FF2B5EF4-FFF2-40B4-BE49-F238E27FC236}">
                <a16:creationId xmlns:a16="http://schemas.microsoft.com/office/drawing/2014/main" id="{33F98386-00FF-5202-44CA-CD5093F932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571F5D-2B3F-87FB-7F6C-9462495D03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0825" y="-822325"/>
            <a:ext cx="10671175" cy="822325"/>
          </a:xfrm>
          <a:noFill/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>
                <a:noFill/>
              </a:rPr>
              <a:t>A full sized image slide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FA4B9-D3BC-37EF-AC0A-4069EC95F684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416790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5D8FC7F7-B4B8-688B-7363-992054D2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74060"/>
            <a:ext cx="4744029" cy="822960"/>
          </a:xfrm>
        </p:spPr>
        <p:txBody>
          <a:bodyPr/>
          <a:lstStyle/>
          <a:p>
            <a:r>
              <a:rPr lang="en-US" dirty="0"/>
              <a:t>Headline about the customer story that shows impact</a:t>
            </a:r>
          </a:p>
        </p:txBody>
      </p:sp>
      <p:pic>
        <p:nvPicPr>
          <p:cNvPr id="19" name="Picture Placeholder 54" descr="A placeholder logo with called Supremo Financials.  ">
            <a:extLst>
              <a:ext uri="{FF2B5EF4-FFF2-40B4-BE49-F238E27FC236}">
                <a16:creationId xmlns:a16="http://schemas.microsoft.com/office/drawing/2014/main" id="{3F63D041-D09F-AB82-EBC9-F6E4543D0D3E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62000" y="232638"/>
            <a:ext cx="2505075" cy="712650"/>
          </a:xfrm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823F34E-3CCE-5FA3-3EBF-443611082D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81820" y="3870511"/>
            <a:ext cx="4838705" cy="1358116"/>
          </a:xfrm>
        </p:spPr>
        <p:txBody>
          <a:bodyPr anchor="b"/>
          <a:lstStyle/>
          <a:p>
            <a:r>
              <a:rPr lang="en-US" dirty="0"/>
              <a:t>“A general customer quote slide. </a:t>
            </a:r>
            <a:br>
              <a:rPr lang="en-US" dirty="0"/>
            </a:br>
            <a:r>
              <a:rPr lang="en-US" dirty="0"/>
              <a:t>Surrounded by quotation marks”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EF6291B-C492-2F62-0A69-7E105DEFCC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1820" y="5608955"/>
            <a:ext cx="4838705" cy="269769"/>
          </a:xfrm>
        </p:spPr>
        <p:txBody>
          <a:bodyPr/>
          <a:lstStyle/>
          <a:p>
            <a:r>
              <a:rPr lang="en-US" dirty="0"/>
              <a:t>Person name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BE0C00D-517E-A3FE-C144-F152E360F4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1819" y="5938133"/>
            <a:ext cx="4838705" cy="269769"/>
          </a:xfrm>
        </p:spPr>
        <p:txBody>
          <a:bodyPr/>
          <a:lstStyle/>
          <a:p>
            <a:r>
              <a:rPr lang="en-US" dirty="0"/>
              <a:t>Title and company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0A1A0B-A5E0-C5B3-31CC-1D3787D645B5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074797-B564-5A4C-3381-68E1B5DE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67604D-1C37-A3BB-88CA-98629D86DA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0368" y="2436573"/>
            <a:ext cx="4764024" cy="274320"/>
          </a:xfrm>
        </p:spPr>
        <p:txBody>
          <a:bodyPr/>
          <a:lstStyle/>
          <a:p>
            <a:r>
              <a:rPr lang="en-US" dirty="0"/>
              <a:t>Business challenges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1B5B143-43F3-3BCD-F0CC-4A479694201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8875" y="2780015"/>
            <a:ext cx="4764024" cy="457200"/>
          </a:xfrm>
        </p:spPr>
        <p:txBody>
          <a:bodyPr/>
          <a:lstStyle/>
          <a:p>
            <a:r>
              <a:rPr lang="en-US" dirty="0"/>
              <a:t>Details about the business and what what led them to explore options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7E1627-F46D-65AE-6887-4F2653D413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0368" y="3533895"/>
            <a:ext cx="4762532" cy="274320"/>
          </a:xfrm>
        </p:spPr>
        <p:txBody>
          <a:bodyPr/>
          <a:lstStyle/>
          <a:p>
            <a:r>
              <a:rPr lang="en-US" dirty="0"/>
              <a:t>Why Oracle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B4B76B-1200-32F3-2818-C8A3D016881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875" y="3878228"/>
            <a:ext cx="4764024" cy="457200"/>
          </a:xfrm>
        </p:spPr>
        <p:txBody>
          <a:bodyPr/>
          <a:lstStyle/>
          <a:p>
            <a:r>
              <a:rPr lang="en-US" dirty="0"/>
              <a:t>Details on why Oracle is the best option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12B5FC7-AC03-AF45-A69B-77DA4B9CAE4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70367" y="4635913"/>
            <a:ext cx="4762532" cy="27432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0956ACC-7E48-67C4-8509-C74DE000D5B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875" y="5010631"/>
            <a:ext cx="2258104" cy="304127"/>
          </a:xfrm>
        </p:spPr>
        <p:txBody>
          <a:bodyPr/>
          <a:lstStyle/>
          <a:p>
            <a:r>
              <a:rPr lang="en-US" dirty="0"/>
              <a:t>Result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4915288-2CCF-BFB9-B978-DC5A37CF15E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875" y="5354986"/>
            <a:ext cx="2258104" cy="618248"/>
          </a:xfrm>
        </p:spPr>
        <p:txBody>
          <a:bodyPr/>
          <a:lstStyle/>
          <a:p>
            <a:r>
              <a:rPr lang="en-US" dirty="0"/>
              <a:t>Short body copy detail on the result that shows impact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EE6650F-14CC-009A-82E9-BE1A6BEAA7C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274795" y="5015715"/>
            <a:ext cx="2258104" cy="304127"/>
          </a:xfrm>
        </p:spPr>
        <p:txBody>
          <a:bodyPr/>
          <a:lstStyle/>
          <a:p>
            <a:r>
              <a:rPr lang="en-US" dirty="0"/>
              <a:t>Result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E8D4A97-0F90-535B-30DF-C50401073A7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274795" y="5342942"/>
            <a:ext cx="2258104" cy="618248"/>
          </a:xfrm>
        </p:spPr>
        <p:txBody>
          <a:bodyPr/>
          <a:lstStyle/>
          <a:p>
            <a:r>
              <a:rPr lang="en-US" dirty="0"/>
              <a:t>Short body copy detail on the result that shows impact</a:t>
            </a:r>
          </a:p>
          <a:p>
            <a:endParaRPr lang="en-US" dirty="0"/>
          </a:p>
        </p:txBody>
      </p:sp>
      <p:pic>
        <p:nvPicPr>
          <p:cNvPr id="41" name="Picture Placeholder 10" descr="An image of a man and a women holding an table in a data center. The image says “placeholder image” on it">
            <a:extLst>
              <a:ext uri="{FF2B5EF4-FFF2-40B4-BE49-F238E27FC236}">
                <a16:creationId xmlns:a16="http://schemas.microsoft.com/office/drawing/2014/main" id="{8ADECED1-3E8C-CE1F-C886-4250FE73C0A9}"/>
              </a:ext>
            </a:extLst>
          </p:cNvPr>
          <p:cNvPicPr>
            <a:picLocks noGrp="1" noChangeAspect="1"/>
          </p:cNvPicPr>
          <p:nvPr>
            <p:ph type="pic" sz="quarter" idx="5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3428682"/>
          </a:xfrm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965931C-4305-F6C9-9945-3706E6686B7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68875" y="6104842"/>
            <a:ext cx="4762532" cy="274320"/>
          </a:xfrm>
        </p:spPr>
        <p:txBody>
          <a:bodyPr/>
          <a:lstStyle/>
          <a:p>
            <a:r>
              <a:rPr lang="en-US" dirty="0"/>
              <a:t>Call to action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FC6725-14DE-E06E-4288-2A1F54149928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31008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54" descr="A placeholder logo with called Supremo Financials.  ">
            <a:extLst>
              <a:ext uri="{FF2B5EF4-FFF2-40B4-BE49-F238E27FC236}">
                <a16:creationId xmlns:a16="http://schemas.microsoft.com/office/drawing/2014/main" id="{A9E7E295-0160-958F-998E-EF78C97583E8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62000" y="232638"/>
            <a:ext cx="2505075" cy="7126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929EA0-EF46-6AEA-246D-8DCB15BB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74060"/>
            <a:ext cx="4744029" cy="822960"/>
          </a:xfrm>
        </p:spPr>
        <p:txBody>
          <a:bodyPr/>
          <a:lstStyle/>
          <a:p>
            <a:r>
              <a:rPr lang="en-US" dirty="0"/>
              <a:t>Headline about the customer story that shows impact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3D4A7-8CFA-8BF3-2370-49512C2E4F58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A70C-34CD-FF29-E448-8644209F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11C116-253F-3661-BA2B-9472B224759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0368" y="2436573"/>
            <a:ext cx="4764024" cy="274320"/>
          </a:xfrm>
        </p:spPr>
        <p:txBody>
          <a:bodyPr/>
          <a:lstStyle/>
          <a:p>
            <a:r>
              <a:rPr lang="en-US" dirty="0"/>
              <a:t>Business challenges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6AA7A1-DDB9-CA59-E530-5BDB0C69DD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8875" y="2780015"/>
            <a:ext cx="4764024" cy="457200"/>
          </a:xfrm>
        </p:spPr>
        <p:txBody>
          <a:bodyPr/>
          <a:lstStyle/>
          <a:p>
            <a:r>
              <a:rPr lang="en-US" dirty="0"/>
              <a:t>Details about the business and what what led them to explore options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6CA00A-3F57-B7E8-C7B9-4DD98F6A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0368" y="3703827"/>
            <a:ext cx="4762532" cy="274320"/>
          </a:xfrm>
        </p:spPr>
        <p:txBody>
          <a:bodyPr/>
          <a:lstStyle/>
          <a:p>
            <a:r>
              <a:rPr lang="en-US" dirty="0"/>
              <a:t>Why Oracle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A82BCC-C788-BC41-33FE-F040BF34623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875" y="4048160"/>
            <a:ext cx="4764024" cy="457200"/>
          </a:xfrm>
        </p:spPr>
        <p:txBody>
          <a:bodyPr/>
          <a:lstStyle/>
          <a:p>
            <a:r>
              <a:rPr lang="en-US" dirty="0"/>
              <a:t>Details on why Oracle is the best option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4F2A0-45E5-25B1-BD4C-CD017F34C00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70367" y="4870581"/>
            <a:ext cx="4762532" cy="27432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2BB274-AE3D-D3A8-1D15-360F9E3D239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1999" y="5225528"/>
            <a:ext cx="4764024" cy="457200"/>
          </a:xfrm>
        </p:spPr>
        <p:txBody>
          <a:bodyPr/>
          <a:lstStyle/>
          <a:p>
            <a:r>
              <a:rPr lang="en-US" dirty="0"/>
              <a:t>Details the result and the impact of it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64E632F-549E-1565-3595-00B9AE93A5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E7F55D8-800C-21AA-C4EC-82A10DC9B61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80D5C8E3-2F69-312D-7920-004BEB0F2C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521F4C7-1FCC-15DC-35D9-685689B1056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D51D6C-3DB1-C998-3D04-1D36337F056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FF81C7A-4917-2CAD-F9B0-C58D9450754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" name="Picture Placeholder 10" descr="An image of a man and a women holding an table in a data center. The image says “placeholder image” on it">
            <a:extLst>
              <a:ext uri="{FF2B5EF4-FFF2-40B4-BE49-F238E27FC236}">
                <a16:creationId xmlns:a16="http://schemas.microsoft.com/office/drawing/2014/main" id="{2471E440-2970-65FE-9FDC-38423DFF511B}"/>
              </a:ext>
            </a:extLst>
          </p:cNvPr>
          <p:cNvPicPr>
            <a:picLocks noGrp="1" noChangeAspect="1"/>
          </p:cNvPicPr>
          <p:nvPr>
            <p:ph type="pic" sz="quarter" idx="5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3428682"/>
          </a:xfrm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2CD8573-C37B-F2D3-D61C-03E6B9FDD20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68875" y="6104842"/>
            <a:ext cx="4762532" cy="274320"/>
          </a:xfrm>
        </p:spPr>
        <p:txBody>
          <a:bodyPr/>
          <a:lstStyle/>
          <a:p>
            <a:r>
              <a:rPr lang="en-US" dirty="0"/>
              <a:t>Call to action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BF313D-32E2-E3E5-79DB-5A3381FA8E2A}"/>
              </a:ext>
            </a:extLst>
          </p:cNvPr>
          <p:cNvSpPr/>
          <p:nvPr/>
        </p:nvSpPr>
        <p:spPr>
          <a:xfrm>
            <a:off x="12382500" y="0"/>
            <a:ext cx="2286000" cy="2501900"/>
          </a:xfrm>
          <a:prstGeom prst="rect">
            <a:avLst/>
          </a:prstGeom>
          <a:solidFill>
            <a:srgbClr val="E5D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PPT Tips: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How to replace images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Right click image,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CHANGE PICTURE”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How to make images have a smaller file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Click on the image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“Picture Format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Choose “Compress Pictures”</a:t>
            </a:r>
          </a:p>
        </p:txBody>
      </p:sp>
    </p:spTree>
    <p:extLst>
      <p:ext uri="{BB962C8B-B14F-4D97-AF65-F5344CB8AC3E}">
        <p14:creationId xmlns:p14="http://schemas.microsoft.com/office/powerpoint/2010/main" val="326792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2379-4889-E07D-BB91-5A71331B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3041150" cy="822960"/>
          </a:xfrm>
        </p:spPr>
        <p:txBody>
          <a:bodyPr/>
          <a:lstStyle/>
          <a:p>
            <a:r>
              <a:rPr lang="en-US" dirty="0"/>
              <a:t>Short title on light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5ED6C-C206-9556-060B-D0D85E981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009904"/>
            <a:ext cx="3041150" cy="330540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133FD-C2FB-DC69-00B3-BCAFBB04B750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66762" y="1600199"/>
            <a:ext cx="3043263" cy="4507992"/>
          </a:xfrm>
        </p:spPr>
        <p:txBody>
          <a:bodyPr/>
          <a:lstStyle/>
          <a:p>
            <a:r>
              <a:rPr lang="en-US" dirty="0"/>
              <a:t>Body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969EE-AF41-3386-CAA1-2EF516DE890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A378B-C745-94B7-58B1-C6C83856FF7D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pic>
        <p:nvPicPr>
          <p:cNvPr id="8" name="Picture Placeholder 10" descr="An image of a man and a women holding an table in a data center. The image says “placeholder image” on it">
            <a:extLst>
              <a:ext uri="{FF2B5EF4-FFF2-40B4-BE49-F238E27FC236}">
                <a16:creationId xmlns:a16="http://schemas.microsoft.com/office/drawing/2014/main" id="{77E3F867-32DA-BDC0-1563-FD1B782A543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05163" y="1340444"/>
            <a:ext cx="758683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7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3E0D-49EE-5E5F-C2F4-12F68E479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4595613" cy="822960"/>
          </a:xfrm>
        </p:spPr>
        <p:txBody>
          <a:bodyPr/>
          <a:lstStyle/>
          <a:p>
            <a:r>
              <a:rPr lang="en-US" dirty="0"/>
              <a:t>Title on a split color 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445FBD-413C-4F88-1072-FEC2077A089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8FE21-4CFB-823E-CEC7-5F1C00A1D858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9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1FECF-BCFE-604D-E1A3-6D51EEEB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161A-4785-091D-6BAD-E17F6537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10671048" cy="822960"/>
          </a:xfrm>
        </p:spPr>
        <p:txBody>
          <a:bodyPr/>
          <a:lstStyle/>
          <a:p>
            <a:r>
              <a:rPr lang="en-US" dirty="0"/>
              <a:t>Impact or bold statement</a:t>
            </a:r>
            <a:br>
              <a:rPr lang="en-US" dirty="0"/>
            </a:br>
            <a:r>
              <a:rPr lang="en-US" dirty="0"/>
              <a:t>on a light 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428AF-657B-3D71-5D3F-F781598750C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BF121-E5C7-318E-CB1F-7E395935F40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7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5EAA7-C85C-1A29-D25B-108408F6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FDB971-A049-4736-C545-99FB820852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0825" y="-822325"/>
            <a:ext cx="10671175" cy="822325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>
                <a:noFill/>
              </a:rPr>
              <a:t>A Multi-statement slide example on dark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28C286-8BC0-83A5-9E27-F46AC2910B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7284" y="1143025"/>
            <a:ext cx="7330143" cy="1158571"/>
          </a:xfrm>
        </p:spPr>
        <p:txBody>
          <a:bodyPr/>
          <a:lstStyle/>
          <a:p>
            <a:r>
              <a:rPr lang="en-US" dirty="0"/>
              <a:t>Impact or bold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07B61-1DBC-6A2D-121B-C953F6B046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7285" y="2602080"/>
            <a:ext cx="7330373" cy="1166509"/>
          </a:xfrm>
        </p:spPr>
        <p:txBody>
          <a:bodyPr/>
          <a:lstStyle/>
          <a:p>
            <a:r>
              <a:rPr lang="en-US" dirty="0"/>
              <a:t>Impact or bold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0656C-46C8-00AB-6DAA-797E91CBCC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7283" y="4069073"/>
            <a:ext cx="7330375" cy="1182688"/>
          </a:xfrm>
        </p:spPr>
        <p:txBody>
          <a:bodyPr/>
          <a:lstStyle/>
          <a:p>
            <a:r>
              <a:rPr lang="en-US" dirty="0"/>
              <a:t>Impact or bold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BECFF-851C-EE4D-2C1A-10E11E95C25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C24D5-9F07-EADF-634D-6266A6559308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BE578-6086-D637-8DB4-041D750F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0C2A7-218E-24C6-BF5E-4248CDBD3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06" y="1123950"/>
            <a:ext cx="4941769" cy="4610100"/>
          </a:xfrm>
        </p:spPr>
        <p:txBody>
          <a:bodyPr/>
          <a:lstStyle/>
          <a:p>
            <a:r>
              <a:rPr lang="en-US" dirty="0"/>
              <a:t>Headline copy on </a:t>
            </a:r>
            <a:br>
              <a:rPr lang="en-US" dirty="0"/>
            </a:br>
            <a:r>
              <a:rPr lang="en-US" dirty="0"/>
              <a:t>32 point light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15BDC-41BA-FD56-8466-692189118D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604" y="1308567"/>
            <a:ext cx="5277987" cy="1000125"/>
          </a:xfrm>
        </p:spPr>
        <p:txBody>
          <a:bodyPr/>
          <a:lstStyle/>
          <a:p>
            <a:r>
              <a:rPr lang="en-US" dirty="0"/>
              <a:t>Intro copy or subhead lead in copy goes here, do not exceed 3 lines</a:t>
            </a:r>
          </a:p>
        </p:txBody>
      </p:sp>
      <p:pic>
        <p:nvPicPr>
          <p:cNvPr id="19" name="Picture Placeholder 32" descr="A placeholder icon">
            <a:extLst>
              <a:ext uri="{FF2B5EF4-FFF2-40B4-BE49-F238E27FC236}">
                <a16:creationId xmlns:a16="http://schemas.microsoft.com/office/drawing/2014/main" id="{ED81A46A-148E-3B28-51FA-408694CF4D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9" r="119"/>
          <a:stretch/>
        </p:blipFill>
        <p:spPr>
          <a:xfrm>
            <a:off x="6095603" y="2381250"/>
            <a:ext cx="667587" cy="667544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563708-4F2B-2D5A-71AE-4568939C8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10856" y="2529168"/>
            <a:ext cx="4781861" cy="667544"/>
          </a:xfrm>
        </p:spPr>
        <p:txBody>
          <a:bodyPr/>
          <a:lstStyle/>
          <a:p>
            <a:r>
              <a:rPr lang="en-US" dirty="0"/>
              <a:t>Add body copy here, do not exceed 2 lines</a:t>
            </a:r>
          </a:p>
        </p:txBody>
      </p:sp>
      <p:pic>
        <p:nvPicPr>
          <p:cNvPr id="23" name="Picture Placeholder 120" descr="A placeholder icon">
            <a:extLst>
              <a:ext uri="{FF2B5EF4-FFF2-40B4-BE49-F238E27FC236}">
                <a16:creationId xmlns:a16="http://schemas.microsoft.com/office/drawing/2014/main" id="{946AB48E-2388-6694-7195-93FCDE47253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9" r="119"/>
          <a:stretch/>
        </p:blipFill>
        <p:spPr>
          <a:xfrm>
            <a:off x="6095603" y="3429001"/>
            <a:ext cx="667587" cy="667544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8938C10-C112-692A-2301-22F18491F0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10856" y="3576918"/>
            <a:ext cx="4781861" cy="667544"/>
          </a:xfrm>
        </p:spPr>
        <p:txBody>
          <a:bodyPr/>
          <a:lstStyle/>
          <a:p>
            <a:r>
              <a:rPr lang="en-US"/>
              <a:t>Add body copy here, do not exceed 2 lines</a:t>
            </a:r>
            <a:endParaRPr lang="en-US" dirty="0"/>
          </a:p>
        </p:txBody>
      </p:sp>
      <p:pic>
        <p:nvPicPr>
          <p:cNvPr id="24" name="Picture Placeholder 104" descr="A placeholder icon">
            <a:extLst>
              <a:ext uri="{FF2B5EF4-FFF2-40B4-BE49-F238E27FC236}">
                <a16:creationId xmlns:a16="http://schemas.microsoft.com/office/drawing/2014/main" id="{F2F186EB-7770-4982-0029-807225BB6E5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19" r="119"/>
          <a:stretch/>
        </p:blipFill>
        <p:spPr>
          <a:xfrm>
            <a:off x="6095603" y="4476751"/>
            <a:ext cx="667587" cy="667544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2DB45E-5942-FE11-9387-42470829A6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010856" y="4624668"/>
            <a:ext cx="4781861" cy="667544"/>
          </a:xfrm>
        </p:spPr>
        <p:txBody>
          <a:bodyPr/>
          <a:lstStyle/>
          <a:p>
            <a:r>
              <a:rPr lang="en-US"/>
              <a:t>Add body copy here, do not exceed 2 lines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98DAA5-C885-374B-7D33-2AD5008C2E9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CFF4B978-1D82-7745-80C5-DBABA6B131D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B712606-1AA1-4ADE-8156-AFCF224A1D1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CA"/>
              <a:t>Copyright © 2025, Oracle and/or its affiliates |  Confidential: Internal/Restricted/Highly Restricted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8527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F92D8-C38B-CDE2-92A4-112DE99B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CC9F-6E72-9BDB-608C-4CBAA0EC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017520"/>
            <a:ext cx="3132585" cy="822960"/>
          </a:xfrm>
        </p:spPr>
        <p:txBody>
          <a:bodyPr/>
          <a:lstStyle/>
          <a:p>
            <a:r>
              <a:rPr lang="en-US" dirty="0"/>
              <a:t>Title on </a:t>
            </a:r>
            <a:br>
              <a:rPr lang="en-US" dirty="0"/>
            </a:br>
            <a:r>
              <a:rPr lang="en-US" dirty="0"/>
              <a:t>light split slide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3EFBD2-6746-DC14-B671-5221ADFE3C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08865" y="2630927"/>
            <a:ext cx="6728946" cy="1596145"/>
          </a:xfrm>
        </p:spPr>
        <p:txBody>
          <a:bodyPr/>
          <a:lstStyle/>
          <a:p>
            <a:pPr lvl="0"/>
            <a:r>
              <a:rPr lang="en-US" noProof="0" dirty="0"/>
              <a:t>Ut </a:t>
            </a:r>
            <a:r>
              <a:rPr lang="en-US" noProof="0" dirty="0" err="1"/>
              <a:t>enim</a:t>
            </a:r>
            <a:r>
              <a:rPr lang="en-US" noProof="0" dirty="0"/>
              <a:t> ad minima </a:t>
            </a:r>
            <a:r>
              <a:rPr lang="en-US" noProof="0" dirty="0" err="1"/>
              <a:t>veniam</a:t>
            </a:r>
            <a:br>
              <a:rPr lang="en-US" noProof="0" dirty="0"/>
            </a:br>
            <a:r>
              <a:rPr lang="en-US" noProof="0" dirty="0" err="1"/>
              <a:t>quis</a:t>
            </a:r>
            <a:r>
              <a:rPr lang="en-US" noProof="0" dirty="0"/>
              <a:t> nostrum </a:t>
            </a:r>
            <a:r>
              <a:rPr lang="en-US" noProof="0" dirty="0" err="1"/>
              <a:t>exercitationem</a:t>
            </a:r>
            <a:endParaRPr lang="en-US" noProof="0" dirty="0"/>
          </a:p>
          <a:p>
            <a:pPr lvl="0"/>
            <a:r>
              <a:rPr lang="en-US" noProof="0" dirty="0" err="1"/>
              <a:t>ullam</a:t>
            </a:r>
            <a:r>
              <a:rPr lang="en-US" noProof="0" dirty="0"/>
              <a:t> corporis </a:t>
            </a:r>
            <a:r>
              <a:rPr lang="en-US" noProof="0" dirty="0" err="1"/>
              <a:t>suscipit</a:t>
            </a:r>
            <a:r>
              <a:rPr lang="en-US" noProof="0" dirty="0"/>
              <a:t> </a:t>
            </a:r>
            <a:r>
              <a:rPr lang="en-US" noProof="0" dirty="0" err="1"/>
              <a:t>laboriosam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D2C2D8-8148-B8EF-633F-6D9050B5621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4CB29-CE9D-D59E-6255-8F74F19513ED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1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6A194-D36D-3C2B-6057-EC6ED5E6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E0908B-D756-660C-9167-4321EDE8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grpSp>
        <p:nvGrpSpPr>
          <p:cNvPr id="31" name="Month Lables" descr="a grouping of months in boxes organized from left to right in January 2025 to Decemeber 2025">
            <a:extLst>
              <a:ext uri="{FF2B5EF4-FFF2-40B4-BE49-F238E27FC236}">
                <a16:creationId xmlns:a16="http://schemas.microsoft.com/office/drawing/2014/main" id="{E637A880-D605-B844-F590-E743D8478313}"/>
              </a:ext>
            </a:extLst>
          </p:cNvPr>
          <p:cNvGrpSpPr/>
          <p:nvPr/>
        </p:nvGrpSpPr>
        <p:grpSpPr>
          <a:xfrm>
            <a:off x="1445457" y="1417342"/>
            <a:ext cx="9301085" cy="356374"/>
            <a:chOff x="1447322" y="1952190"/>
            <a:chExt cx="9301085" cy="356374"/>
          </a:xfrm>
          <a:solidFill>
            <a:schemeClr val="tx2"/>
          </a:solidFill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0A5A61-F636-743D-90AC-7BBD99ADAAAD}"/>
                </a:ext>
              </a:extLst>
            </p:cNvPr>
            <p:cNvSpPr/>
            <p:nvPr/>
          </p:nvSpPr>
          <p:spPr>
            <a:xfrm rot="10800000">
              <a:off x="1480856" y="1972928"/>
              <a:ext cx="650047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A962A1-9D7E-19C9-2234-8614ADFEFD23}"/>
                </a:ext>
              </a:extLst>
            </p:cNvPr>
            <p:cNvSpPr txBox="1"/>
            <p:nvPr/>
          </p:nvSpPr>
          <p:spPr>
            <a:xfrm>
              <a:off x="1447322" y="1952190"/>
              <a:ext cx="688009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Jan 25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04058F0-9D1A-9E67-166E-9AE2622DADE5}"/>
                </a:ext>
              </a:extLst>
            </p:cNvPr>
            <p:cNvSpPr/>
            <p:nvPr/>
          </p:nvSpPr>
          <p:spPr>
            <a:xfrm rot="10800000">
              <a:off x="2226857" y="1972928"/>
              <a:ext cx="688009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5970A8-C89B-BE5E-59FD-9D261AA1799B}"/>
                </a:ext>
              </a:extLst>
            </p:cNvPr>
            <p:cNvSpPr txBox="1"/>
            <p:nvPr/>
          </p:nvSpPr>
          <p:spPr>
            <a:xfrm>
              <a:off x="2227697" y="1952190"/>
              <a:ext cx="692114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Feb 25</a:t>
              </a: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45F9E20-6F78-256A-79A1-CA6B9009EF35}"/>
                </a:ext>
              </a:extLst>
            </p:cNvPr>
            <p:cNvSpPr/>
            <p:nvPr/>
          </p:nvSpPr>
          <p:spPr>
            <a:xfrm rot="10800000">
              <a:off x="2996594" y="1972928"/>
              <a:ext cx="718504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E1949EB-48A6-8041-E3AF-BDAC482B3779}"/>
                </a:ext>
              </a:extLst>
            </p:cNvPr>
            <p:cNvSpPr txBox="1"/>
            <p:nvPr/>
          </p:nvSpPr>
          <p:spPr>
            <a:xfrm>
              <a:off x="2995347" y="1952190"/>
              <a:ext cx="721672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Mar 25</a:t>
              </a: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10E7860-265A-111A-CE59-336FFF7AC9C3}"/>
                </a:ext>
              </a:extLst>
            </p:cNvPr>
            <p:cNvSpPr/>
            <p:nvPr/>
          </p:nvSpPr>
          <p:spPr>
            <a:xfrm rot="10800000">
              <a:off x="3802649" y="1972928"/>
              <a:ext cx="683183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DD2141-2A77-3E43-D16B-2848849320E2}"/>
                </a:ext>
              </a:extLst>
            </p:cNvPr>
            <p:cNvSpPr txBox="1"/>
            <p:nvPr/>
          </p:nvSpPr>
          <p:spPr>
            <a:xfrm>
              <a:off x="3788191" y="1952190"/>
              <a:ext cx="700834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Apr 25</a:t>
              </a: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77150F8-C4D5-5C05-7196-51C6D170F652}"/>
                </a:ext>
              </a:extLst>
            </p:cNvPr>
            <p:cNvSpPr/>
            <p:nvPr/>
          </p:nvSpPr>
          <p:spPr>
            <a:xfrm rot="10800000">
              <a:off x="4551713" y="1972928"/>
              <a:ext cx="733429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04A0109-141D-1469-D881-87E578B88C4C}"/>
                </a:ext>
              </a:extLst>
            </p:cNvPr>
            <p:cNvSpPr txBox="1"/>
            <p:nvPr/>
          </p:nvSpPr>
          <p:spPr>
            <a:xfrm>
              <a:off x="4549715" y="1952190"/>
              <a:ext cx="742640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May 25</a:t>
              </a: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20600BB-18A4-263B-7810-4FF742D96A69}"/>
                </a:ext>
              </a:extLst>
            </p:cNvPr>
            <p:cNvSpPr/>
            <p:nvPr/>
          </p:nvSpPr>
          <p:spPr>
            <a:xfrm rot="10800000">
              <a:off x="5358235" y="1972928"/>
              <a:ext cx="693238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85B296-EAFC-8338-4BFE-86B85D5613F2}"/>
                </a:ext>
              </a:extLst>
            </p:cNvPr>
            <p:cNvSpPr txBox="1"/>
            <p:nvPr/>
          </p:nvSpPr>
          <p:spPr>
            <a:xfrm>
              <a:off x="5355449" y="1952190"/>
              <a:ext cx="696024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Jun 25</a:t>
              </a: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D3AA094-E666-C015-6EA0-C38126B61175}"/>
                </a:ext>
              </a:extLst>
            </p:cNvPr>
            <p:cNvSpPr/>
            <p:nvPr/>
          </p:nvSpPr>
          <p:spPr>
            <a:xfrm rot="10800000">
              <a:off x="6172878" y="1972928"/>
              <a:ext cx="625022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864529-1EB6-4C5A-ABF6-CE7AE14F76A8}"/>
                </a:ext>
              </a:extLst>
            </p:cNvPr>
            <p:cNvSpPr txBox="1"/>
            <p:nvPr/>
          </p:nvSpPr>
          <p:spPr>
            <a:xfrm>
              <a:off x="6162723" y="1952190"/>
              <a:ext cx="646331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Jul 25</a:t>
              </a: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0F4E71C-56A2-8AC4-FE59-5EF6B278707F}"/>
                </a:ext>
              </a:extLst>
            </p:cNvPr>
            <p:cNvSpPr/>
            <p:nvPr/>
          </p:nvSpPr>
          <p:spPr>
            <a:xfrm rot="10800000">
              <a:off x="6902986" y="1972928"/>
              <a:ext cx="725397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92EF83-1036-6688-4779-AAA17AF29B31}"/>
                </a:ext>
              </a:extLst>
            </p:cNvPr>
            <p:cNvSpPr txBox="1"/>
            <p:nvPr/>
          </p:nvSpPr>
          <p:spPr>
            <a:xfrm>
              <a:off x="6903826" y="1952190"/>
              <a:ext cx="728982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Aug 25</a:t>
              </a: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9B55DCE-6EE1-5658-9842-9C92F03036DC}"/>
                </a:ext>
              </a:extLst>
            </p:cNvPr>
            <p:cNvSpPr/>
            <p:nvPr/>
          </p:nvSpPr>
          <p:spPr>
            <a:xfrm rot="10800000">
              <a:off x="7698688" y="1972928"/>
              <a:ext cx="702437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D508C2A-D29E-4D64-5158-0DE315647A77}"/>
                </a:ext>
              </a:extLst>
            </p:cNvPr>
            <p:cNvSpPr txBox="1"/>
            <p:nvPr/>
          </p:nvSpPr>
          <p:spPr>
            <a:xfrm>
              <a:off x="7699525" y="1952190"/>
              <a:ext cx="702436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Sep 25</a:t>
              </a: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9B246BA-EE87-85D7-B06C-49739EDC9E24}"/>
                </a:ext>
              </a:extLst>
            </p:cNvPr>
            <p:cNvSpPr/>
            <p:nvPr/>
          </p:nvSpPr>
          <p:spPr>
            <a:xfrm rot="10800000">
              <a:off x="8487592" y="1972928"/>
              <a:ext cx="689483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5C96777-8A79-CE37-412D-78AC8457DA5D}"/>
                </a:ext>
              </a:extLst>
            </p:cNvPr>
            <p:cNvSpPr txBox="1"/>
            <p:nvPr/>
          </p:nvSpPr>
          <p:spPr>
            <a:xfrm>
              <a:off x="8488428" y="1952190"/>
              <a:ext cx="689484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Oct 25</a:t>
              </a: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1F0D037-A3BA-1253-F044-AC8F08CE61B1}"/>
                </a:ext>
              </a:extLst>
            </p:cNvPr>
            <p:cNvSpPr/>
            <p:nvPr/>
          </p:nvSpPr>
          <p:spPr>
            <a:xfrm rot="10800000">
              <a:off x="9253858" y="1972928"/>
              <a:ext cx="721800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B2629CF-2F76-AE45-B87C-89E8CAF9B0A0}"/>
                </a:ext>
              </a:extLst>
            </p:cNvPr>
            <p:cNvSpPr txBox="1"/>
            <p:nvPr/>
          </p:nvSpPr>
          <p:spPr>
            <a:xfrm>
              <a:off x="9254696" y="1952190"/>
              <a:ext cx="721801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Nov 25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D47ABF2-C4F5-B9E9-011E-A91F804323E6}"/>
                </a:ext>
              </a:extLst>
            </p:cNvPr>
            <p:cNvSpPr/>
            <p:nvPr/>
          </p:nvSpPr>
          <p:spPr>
            <a:xfrm rot="10800000">
              <a:off x="10046799" y="1972928"/>
              <a:ext cx="697878" cy="335636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961481-12F8-6639-3611-35527FAA6BCC}"/>
                </a:ext>
              </a:extLst>
            </p:cNvPr>
            <p:cNvSpPr txBox="1"/>
            <p:nvPr/>
          </p:nvSpPr>
          <p:spPr>
            <a:xfrm>
              <a:off x="10047638" y="1952190"/>
              <a:ext cx="700769" cy="276999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racle Sans Tab Extra Bold" panose="020B0503020204020204" pitchFamily="34" charset="0"/>
                  <a:cs typeface="Oracle Sans Tab Extra Bold" panose="020B0503020204020204" pitchFamily="34" charset="0"/>
                </a:rPr>
                <a:t>Dec 25</a:t>
              </a:r>
            </a:p>
          </p:txBody>
        </p:sp>
      </p:grpSp>
      <p:grpSp>
        <p:nvGrpSpPr>
          <p:cNvPr id="74" name="Line 1" descr="A timeline with a subhead on it">
            <a:extLst>
              <a:ext uri="{FF2B5EF4-FFF2-40B4-BE49-F238E27FC236}">
                <a16:creationId xmlns:a16="http://schemas.microsoft.com/office/drawing/2014/main" id="{9D26A5CA-C045-813E-6AB9-469153230F16}"/>
              </a:ext>
            </a:extLst>
          </p:cNvPr>
          <p:cNvGrpSpPr/>
          <p:nvPr/>
        </p:nvGrpSpPr>
        <p:grpSpPr>
          <a:xfrm>
            <a:off x="1380849" y="1963092"/>
            <a:ext cx="9353036" cy="464999"/>
            <a:chOff x="1406404" y="1950226"/>
            <a:chExt cx="9353036" cy="464999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67D9160-5811-C865-D6E6-A7F704AA35BA}"/>
                </a:ext>
              </a:extLst>
            </p:cNvPr>
            <p:cNvCxnSpPr>
              <a:cxnSpLocks/>
            </p:cNvCxnSpPr>
            <p:nvPr/>
          </p:nvCxnSpPr>
          <p:spPr>
            <a:xfrm>
              <a:off x="1432560" y="2251975"/>
              <a:ext cx="9326880" cy="0"/>
            </a:xfrm>
            <a:prstGeom prst="line">
              <a:avLst/>
            </a:prstGeom>
            <a:ln w="57150">
              <a:solidFill>
                <a:srgbClr val="AEA8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B091858-87E0-0022-16F1-2CE593CD1E45}"/>
                </a:ext>
              </a:extLst>
            </p:cNvPr>
            <p:cNvCxnSpPr>
              <a:cxnSpLocks/>
              <a:endCxn id="72" idx="6"/>
            </p:cNvCxnSpPr>
            <p:nvPr/>
          </p:nvCxnSpPr>
          <p:spPr>
            <a:xfrm>
              <a:off x="1406404" y="2251975"/>
              <a:ext cx="1587078" cy="3562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9538621-544C-A9B1-8199-B27CFAD2D259}"/>
                </a:ext>
              </a:extLst>
            </p:cNvPr>
            <p:cNvSpPr/>
            <p:nvPr/>
          </p:nvSpPr>
          <p:spPr>
            <a:xfrm>
              <a:off x="2674106" y="2095849"/>
              <a:ext cx="319376" cy="3193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F050708-44EC-9171-6B81-8CE9815528FC}"/>
                </a:ext>
              </a:extLst>
            </p:cNvPr>
            <p:cNvSpPr txBox="1"/>
            <p:nvPr/>
          </p:nvSpPr>
          <p:spPr>
            <a:xfrm>
              <a:off x="1406404" y="1950226"/>
              <a:ext cx="840295" cy="276999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r>
                <a:rPr lang="en-US" sz="1200" b="1" dirty="0">
                  <a:solidFill>
                    <a:schemeClr val="accent1"/>
                  </a:solidFill>
                  <a:latin typeface="Oracle Sans Tab" panose="020B0503020204020204" pitchFamily="34" charset="0"/>
                  <a:ea typeface="League Spartan" charset="0"/>
                  <a:cs typeface="Oracle Sans Tab" panose="020B0503020204020204" pitchFamily="34" charset="0"/>
                </a:rPr>
                <a:t>Subhead</a:t>
              </a:r>
            </a:p>
          </p:txBody>
        </p:sp>
      </p:grpSp>
      <p:grpSp>
        <p:nvGrpSpPr>
          <p:cNvPr id="106" name="Line 2" descr="A timeline with a subhead on it">
            <a:extLst>
              <a:ext uri="{FF2B5EF4-FFF2-40B4-BE49-F238E27FC236}">
                <a16:creationId xmlns:a16="http://schemas.microsoft.com/office/drawing/2014/main" id="{32B39326-FCF7-B2F3-9F37-D54B89302718}"/>
              </a:ext>
            </a:extLst>
          </p:cNvPr>
          <p:cNvGrpSpPr/>
          <p:nvPr/>
        </p:nvGrpSpPr>
        <p:grpSpPr>
          <a:xfrm>
            <a:off x="1393927" y="2714330"/>
            <a:ext cx="9326880" cy="463218"/>
            <a:chOff x="1432560" y="1967451"/>
            <a:chExt cx="9326880" cy="463218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9E5A412-4480-6468-2447-0B112D27FDC0}"/>
                </a:ext>
              </a:extLst>
            </p:cNvPr>
            <p:cNvCxnSpPr>
              <a:cxnSpLocks/>
            </p:cNvCxnSpPr>
            <p:nvPr/>
          </p:nvCxnSpPr>
          <p:spPr>
            <a:xfrm>
              <a:off x="1432560" y="2270981"/>
              <a:ext cx="9326880" cy="0"/>
            </a:xfrm>
            <a:prstGeom prst="line">
              <a:avLst/>
            </a:prstGeom>
            <a:ln w="57150">
              <a:solidFill>
                <a:srgbClr val="AEA8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776DD21-4470-C955-5E06-3E3FF07BBB30}"/>
                </a:ext>
              </a:extLst>
            </p:cNvPr>
            <p:cNvCxnSpPr>
              <a:cxnSpLocks/>
            </p:cNvCxnSpPr>
            <p:nvPr/>
          </p:nvCxnSpPr>
          <p:spPr>
            <a:xfrm>
              <a:off x="2843509" y="2269200"/>
              <a:ext cx="1587078" cy="3562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17D75B8-E5F5-6A5C-6BD2-32ABB50CE0A2}"/>
                </a:ext>
              </a:extLst>
            </p:cNvPr>
            <p:cNvSpPr/>
            <p:nvPr/>
          </p:nvSpPr>
          <p:spPr>
            <a:xfrm>
              <a:off x="4111211" y="2111293"/>
              <a:ext cx="319376" cy="3193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B40A468-A8AA-C193-1ABD-8D9C6A4A2826}"/>
                </a:ext>
              </a:extLst>
            </p:cNvPr>
            <p:cNvSpPr txBox="1"/>
            <p:nvPr/>
          </p:nvSpPr>
          <p:spPr>
            <a:xfrm>
              <a:off x="2843509" y="1967451"/>
              <a:ext cx="840295" cy="276999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Oracle Sans Tab" panose="020B0503020204020204" pitchFamily="34" charset="0"/>
                  <a:ea typeface="League Spartan" charset="0"/>
                  <a:cs typeface="Oracle Sans Tab" panose="020B0503020204020204" pitchFamily="34" charset="0"/>
                </a:rPr>
                <a:t>Subhead</a:t>
              </a:r>
            </a:p>
          </p:txBody>
        </p:sp>
      </p:grpSp>
      <p:grpSp>
        <p:nvGrpSpPr>
          <p:cNvPr id="111" name="Line 3" descr="A timeline with a subhead on it">
            <a:extLst>
              <a:ext uri="{FF2B5EF4-FFF2-40B4-BE49-F238E27FC236}">
                <a16:creationId xmlns:a16="http://schemas.microsoft.com/office/drawing/2014/main" id="{B6F976B9-FE0E-41A9-AC4B-8A7586ACD7BF}"/>
              </a:ext>
            </a:extLst>
          </p:cNvPr>
          <p:cNvGrpSpPr/>
          <p:nvPr/>
        </p:nvGrpSpPr>
        <p:grpSpPr>
          <a:xfrm>
            <a:off x="1393927" y="3463787"/>
            <a:ext cx="9326880" cy="477956"/>
            <a:chOff x="1432560" y="1964045"/>
            <a:chExt cx="9326880" cy="477956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B6ACC33-251F-8AAF-FC90-B39EA57C2238}"/>
                </a:ext>
              </a:extLst>
            </p:cNvPr>
            <p:cNvCxnSpPr>
              <a:cxnSpLocks/>
            </p:cNvCxnSpPr>
            <p:nvPr/>
          </p:nvCxnSpPr>
          <p:spPr>
            <a:xfrm>
              <a:off x="1432560" y="2282313"/>
              <a:ext cx="9326880" cy="0"/>
            </a:xfrm>
            <a:prstGeom prst="line">
              <a:avLst/>
            </a:prstGeom>
            <a:ln w="57150">
              <a:solidFill>
                <a:srgbClr val="AEA8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F1ED680-611B-1D00-3FAB-51A6D202D9DC}"/>
                </a:ext>
              </a:extLst>
            </p:cNvPr>
            <p:cNvCxnSpPr>
              <a:cxnSpLocks/>
            </p:cNvCxnSpPr>
            <p:nvPr/>
          </p:nvCxnSpPr>
          <p:spPr>
            <a:xfrm>
              <a:off x="4438120" y="2279035"/>
              <a:ext cx="3358104" cy="6556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C46CF12-67DB-5758-DAD7-4482F57839DC}"/>
                </a:ext>
              </a:extLst>
            </p:cNvPr>
            <p:cNvSpPr/>
            <p:nvPr/>
          </p:nvSpPr>
          <p:spPr>
            <a:xfrm>
              <a:off x="7476848" y="2122625"/>
              <a:ext cx="319376" cy="31937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4AC3BAE-45A7-E797-06F8-1CDA0FCD35F2}"/>
                </a:ext>
              </a:extLst>
            </p:cNvPr>
            <p:cNvSpPr txBox="1"/>
            <p:nvPr/>
          </p:nvSpPr>
          <p:spPr>
            <a:xfrm>
              <a:off x="4441582" y="1964045"/>
              <a:ext cx="840295" cy="276999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r>
                <a:rPr lang="en-US" sz="1200" b="1" dirty="0">
                  <a:solidFill>
                    <a:schemeClr val="accent3"/>
                  </a:solidFill>
                  <a:latin typeface="Oracle Sans Tab" panose="020B0503020204020204" pitchFamily="34" charset="0"/>
                  <a:ea typeface="League Spartan" charset="0"/>
                  <a:cs typeface="Oracle Sans Tab" panose="020B0503020204020204" pitchFamily="34" charset="0"/>
                </a:rPr>
                <a:t>Subhead</a:t>
              </a:r>
            </a:p>
          </p:txBody>
        </p:sp>
      </p:grpSp>
      <p:grpSp>
        <p:nvGrpSpPr>
          <p:cNvPr id="124" name="Line 4" descr="A timeline with a subhead on it">
            <a:extLst>
              <a:ext uri="{FF2B5EF4-FFF2-40B4-BE49-F238E27FC236}">
                <a16:creationId xmlns:a16="http://schemas.microsoft.com/office/drawing/2014/main" id="{420127F7-1B45-B2EC-16DF-0AB85A93BAC5}"/>
              </a:ext>
            </a:extLst>
          </p:cNvPr>
          <p:cNvGrpSpPr/>
          <p:nvPr/>
        </p:nvGrpSpPr>
        <p:grpSpPr>
          <a:xfrm>
            <a:off x="1393927" y="4227982"/>
            <a:ext cx="9326880" cy="463218"/>
            <a:chOff x="1432560" y="1967451"/>
            <a:chExt cx="9326880" cy="463218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10FD1DB-087C-12DD-5090-16C2832C3BF9}"/>
                </a:ext>
              </a:extLst>
            </p:cNvPr>
            <p:cNvCxnSpPr>
              <a:cxnSpLocks/>
            </p:cNvCxnSpPr>
            <p:nvPr/>
          </p:nvCxnSpPr>
          <p:spPr>
            <a:xfrm>
              <a:off x="1432560" y="2270981"/>
              <a:ext cx="9326880" cy="0"/>
            </a:xfrm>
            <a:prstGeom prst="line">
              <a:avLst/>
            </a:prstGeom>
            <a:ln w="57150">
              <a:solidFill>
                <a:srgbClr val="AEA8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E23BE7B4-2201-6AA0-1005-213AD48FE21F}"/>
                </a:ext>
              </a:extLst>
            </p:cNvPr>
            <p:cNvCxnSpPr>
              <a:cxnSpLocks/>
            </p:cNvCxnSpPr>
            <p:nvPr/>
          </p:nvCxnSpPr>
          <p:spPr>
            <a:xfrm>
              <a:off x="7617848" y="2269200"/>
              <a:ext cx="1587078" cy="3562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6C38A4C-C7A3-C516-A206-20DB87DD9BDC}"/>
                </a:ext>
              </a:extLst>
            </p:cNvPr>
            <p:cNvSpPr/>
            <p:nvPr/>
          </p:nvSpPr>
          <p:spPr>
            <a:xfrm>
              <a:off x="8885550" y="2111293"/>
              <a:ext cx="319376" cy="3193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77CA1F9-5B9C-F9C5-EE0A-D235DF6A73BA}"/>
                </a:ext>
              </a:extLst>
            </p:cNvPr>
            <p:cNvSpPr txBox="1"/>
            <p:nvPr/>
          </p:nvSpPr>
          <p:spPr>
            <a:xfrm>
              <a:off x="7617848" y="1967451"/>
              <a:ext cx="840295" cy="276999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r>
                <a:rPr lang="en-US" sz="1200" b="1" dirty="0">
                  <a:solidFill>
                    <a:schemeClr val="accent2"/>
                  </a:solidFill>
                  <a:latin typeface="Oracle Sans Tab" panose="020B0503020204020204" pitchFamily="34" charset="0"/>
                  <a:ea typeface="League Spartan" charset="0"/>
                  <a:cs typeface="Oracle Sans Tab" panose="020B0503020204020204" pitchFamily="34" charset="0"/>
                </a:rPr>
                <a:t>Subhead</a:t>
              </a:r>
            </a:p>
          </p:txBody>
        </p:sp>
      </p:grpSp>
      <p:grpSp>
        <p:nvGrpSpPr>
          <p:cNvPr id="129" name="Line 5" descr="A timeline with a subhead on it">
            <a:extLst>
              <a:ext uri="{FF2B5EF4-FFF2-40B4-BE49-F238E27FC236}">
                <a16:creationId xmlns:a16="http://schemas.microsoft.com/office/drawing/2014/main" id="{76064A88-3BC8-7AF8-7737-7098E47E73FE}"/>
              </a:ext>
            </a:extLst>
          </p:cNvPr>
          <p:cNvGrpSpPr/>
          <p:nvPr/>
        </p:nvGrpSpPr>
        <p:grpSpPr>
          <a:xfrm>
            <a:off x="1355345" y="4977440"/>
            <a:ext cx="9404044" cy="463218"/>
            <a:chOff x="1432560" y="1967451"/>
            <a:chExt cx="9404044" cy="463218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54BFD05-2154-2085-0661-C4808F15B7F3}"/>
                </a:ext>
              </a:extLst>
            </p:cNvPr>
            <p:cNvCxnSpPr>
              <a:cxnSpLocks/>
            </p:cNvCxnSpPr>
            <p:nvPr/>
          </p:nvCxnSpPr>
          <p:spPr>
            <a:xfrm>
              <a:off x="1432560" y="2270981"/>
              <a:ext cx="9326880" cy="0"/>
            </a:xfrm>
            <a:prstGeom prst="line">
              <a:avLst/>
            </a:prstGeom>
            <a:ln w="57150">
              <a:solidFill>
                <a:srgbClr val="AEA8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6C53ADA-F265-FFAC-9F30-0AA07D00C75B}"/>
                </a:ext>
              </a:extLst>
            </p:cNvPr>
            <p:cNvCxnSpPr>
              <a:cxnSpLocks/>
            </p:cNvCxnSpPr>
            <p:nvPr/>
          </p:nvCxnSpPr>
          <p:spPr>
            <a:xfrm>
              <a:off x="9249526" y="2269200"/>
              <a:ext cx="1587078" cy="3562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4535FF8-AC24-545F-2327-17453C27AD33}"/>
                </a:ext>
              </a:extLst>
            </p:cNvPr>
            <p:cNvSpPr/>
            <p:nvPr/>
          </p:nvSpPr>
          <p:spPr>
            <a:xfrm>
              <a:off x="10517228" y="2111293"/>
              <a:ext cx="319376" cy="3193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04157B0-FDDF-5B5D-7F42-801ADCFB44E5}"/>
                </a:ext>
              </a:extLst>
            </p:cNvPr>
            <p:cNvSpPr txBox="1"/>
            <p:nvPr/>
          </p:nvSpPr>
          <p:spPr>
            <a:xfrm>
              <a:off x="9249526" y="1967451"/>
              <a:ext cx="840295" cy="276999"/>
            </a:xfrm>
            <a:prstGeom prst="rect">
              <a:avLst/>
            </a:prstGeom>
            <a:noFill/>
          </p:spPr>
          <p:txBody>
            <a:bodyPr wrap="none" rtlCol="0" anchor="b" anchorCtr="0">
              <a:noAutofit/>
            </a:bodyPr>
            <a:lstStyle/>
            <a:p>
              <a:r>
                <a:rPr lang="en-US" sz="1200" b="1" dirty="0">
                  <a:solidFill>
                    <a:schemeClr val="accent1"/>
                  </a:solidFill>
                  <a:latin typeface="Oracle Sans Tab" panose="020B0503020204020204" pitchFamily="34" charset="0"/>
                  <a:ea typeface="League Spartan" charset="0"/>
                  <a:cs typeface="Oracle Sans Tab" panose="020B0503020204020204" pitchFamily="34" charset="0"/>
                </a:rPr>
                <a:t>Subhead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38218-0014-ECB3-C3B6-31D395273F9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E5AD3-83D9-63A1-F622-98A1CE2A0A0D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3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1024-EEE9-6929-844C-60BF87F71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C8B0E2-9520-9DAB-3609-0E529228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Date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77F5F-204E-33C9-3C2B-B6E56517D14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7517F-E4F1-74DE-6AEE-64AC421930F4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grpSp>
        <p:nvGrpSpPr>
          <p:cNvPr id="22" name="Date 1" descr="Date 1&#13;&#10;Brief details go here&#13;&#10;">
            <a:extLst>
              <a:ext uri="{FF2B5EF4-FFF2-40B4-BE49-F238E27FC236}">
                <a16:creationId xmlns:a16="http://schemas.microsoft.com/office/drawing/2014/main" id="{F5A5E16C-D611-521C-D02C-4E734CAF73EF}"/>
              </a:ext>
            </a:extLst>
          </p:cNvPr>
          <p:cNvGrpSpPr/>
          <p:nvPr/>
        </p:nvGrpSpPr>
        <p:grpSpPr>
          <a:xfrm>
            <a:off x="1050625" y="1967132"/>
            <a:ext cx="1901490" cy="1553307"/>
            <a:chOff x="1050625" y="2240293"/>
            <a:chExt cx="1901490" cy="155330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D03E6EB-40B0-C0CA-C4A8-BF6786E20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625" y="2296223"/>
              <a:ext cx="0" cy="14973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Placeholder 1">
              <a:extLst>
                <a:ext uri="{FF2B5EF4-FFF2-40B4-BE49-F238E27FC236}">
                  <a16:creationId xmlns:a16="http://schemas.microsoft.com/office/drawing/2014/main" id="{8F0D7682-F3B0-2488-9BE1-17DF4EB3FBBC}"/>
                </a:ext>
              </a:extLst>
            </p:cNvPr>
            <p:cNvSpPr txBox="1">
              <a:spLocks/>
            </p:cNvSpPr>
            <p:nvPr/>
          </p:nvSpPr>
          <p:spPr>
            <a:xfrm>
              <a:off x="1050625" y="2240293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1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3" name="Date 2" descr="Date 2&#13;&#10;Brief details go here&#13;&#10;">
            <a:extLst>
              <a:ext uri="{FF2B5EF4-FFF2-40B4-BE49-F238E27FC236}">
                <a16:creationId xmlns:a16="http://schemas.microsoft.com/office/drawing/2014/main" id="{13F070A2-9589-5713-31E1-9405699391E1}"/>
              </a:ext>
            </a:extLst>
          </p:cNvPr>
          <p:cNvGrpSpPr/>
          <p:nvPr/>
        </p:nvGrpSpPr>
        <p:grpSpPr>
          <a:xfrm>
            <a:off x="2776670" y="3429000"/>
            <a:ext cx="1919042" cy="1280510"/>
            <a:chOff x="2776670" y="3308845"/>
            <a:chExt cx="1919042" cy="128051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B264C2-4924-696E-D0AE-D80CDF286C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6670" y="3308845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Placeholder 1">
              <a:extLst>
                <a:ext uri="{FF2B5EF4-FFF2-40B4-BE49-F238E27FC236}">
                  <a16:creationId xmlns:a16="http://schemas.microsoft.com/office/drawing/2014/main" id="{20D300A2-6218-2EFF-BA88-8A177A37B6B6}"/>
                </a:ext>
              </a:extLst>
            </p:cNvPr>
            <p:cNvSpPr txBox="1">
              <a:spLocks/>
            </p:cNvSpPr>
            <p:nvPr/>
          </p:nvSpPr>
          <p:spPr>
            <a:xfrm>
              <a:off x="2794222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2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4" name="Date 3" descr="Date 3&#13;&#10;Brief details go here&#13;&#10;">
            <a:extLst>
              <a:ext uri="{FF2B5EF4-FFF2-40B4-BE49-F238E27FC236}">
                <a16:creationId xmlns:a16="http://schemas.microsoft.com/office/drawing/2014/main" id="{F362E597-3C17-CC1C-0EA1-62C21ECF0F7A}"/>
              </a:ext>
            </a:extLst>
          </p:cNvPr>
          <p:cNvGrpSpPr/>
          <p:nvPr/>
        </p:nvGrpSpPr>
        <p:grpSpPr>
          <a:xfrm>
            <a:off x="4502715" y="1967132"/>
            <a:ext cx="1901490" cy="1230087"/>
            <a:chOff x="4502715" y="2078758"/>
            <a:chExt cx="1901490" cy="123008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0AD872-F7B5-3B36-299F-272866894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715" y="2078758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Placeholder 1">
              <a:extLst>
                <a:ext uri="{FF2B5EF4-FFF2-40B4-BE49-F238E27FC236}">
                  <a16:creationId xmlns:a16="http://schemas.microsoft.com/office/drawing/2014/main" id="{B116CD03-750F-8CF2-E9C5-820E21F10F7D}"/>
                </a:ext>
              </a:extLst>
            </p:cNvPr>
            <p:cNvSpPr txBox="1">
              <a:spLocks/>
            </p:cNvSpPr>
            <p:nvPr/>
          </p:nvSpPr>
          <p:spPr>
            <a:xfrm>
              <a:off x="4502715" y="2082448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3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6" name="Date 5" descr="Date 5&#13;&#10;Brief details go here&#13;&#10;">
            <a:extLst>
              <a:ext uri="{FF2B5EF4-FFF2-40B4-BE49-F238E27FC236}">
                <a16:creationId xmlns:a16="http://schemas.microsoft.com/office/drawing/2014/main" id="{74BF8F86-2BC8-AE84-CE66-AD54E6C0F7EF}"/>
              </a:ext>
            </a:extLst>
          </p:cNvPr>
          <p:cNvGrpSpPr/>
          <p:nvPr/>
        </p:nvGrpSpPr>
        <p:grpSpPr>
          <a:xfrm>
            <a:off x="7954805" y="1967132"/>
            <a:ext cx="1901490" cy="1278990"/>
            <a:chOff x="7954805" y="1924603"/>
            <a:chExt cx="1901490" cy="127899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CB3A218-D2FF-28A8-4116-2FD801A01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805" y="1973506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Placeholder 1">
              <a:extLst>
                <a:ext uri="{FF2B5EF4-FFF2-40B4-BE49-F238E27FC236}">
                  <a16:creationId xmlns:a16="http://schemas.microsoft.com/office/drawing/2014/main" id="{13B5F750-089F-FB01-6FAD-6DED66B9BAD4}"/>
                </a:ext>
              </a:extLst>
            </p:cNvPr>
            <p:cNvSpPr txBox="1">
              <a:spLocks/>
            </p:cNvSpPr>
            <p:nvPr/>
          </p:nvSpPr>
          <p:spPr>
            <a:xfrm>
              <a:off x="7954805" y="1924603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5" name="Date 4" descr="Date 4&#13;&#10;Brief details go here&#13;&#10;">
            <a:extLst>
              <a:ext uri="{FF2B5EF4-FFF2-40B4-BE49-F238E27FC236}">
                <a16:creationId xmlns:a16="http://schemas.microsoft.com/office/drawing/2014/main" id="{06E6042B-578C-895A-2AD5-D00F655E127D}"/>
              </a:ext>
            </a:extLst>
          </p:cNvPr>
          <p:cNvGrpSpPr/>
          <p:nvPr/>
        </p:nvGrpSpPr>
        <p:grpSpPr>
          <a:xfrm>
            <a:off x="6228759" y="3197219"/>
            <a:ext cx="1901490" cy="1512291"/>
            <a:chOff x="6228759" y="3077064"/>
            <a:chExt cx="1901490" cy="151229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850B4FE-D76F-EE0A-24D9-1B256CEDE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8760" y="3077064"/>
              <a:ext cx="0" cy="13358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Placeholder 1">
              <a:extLst>
                <a:ext uri="{FF2B5EF4-FFF2-40B4-BE49-F238E27FC236}">
                  <a16:creationId xmlns:a16="http://schemas.microsoft.com/office/drawing/2014/main" id="{D58A2187-CEBA-3A56-E2C8-EC10D031CC2E}"/>
                </a:ext>
              </a:extLst>
            </p:cNvPr>
            <p:cNvSpPr txBox="1">
              <a:spLocks/>
            </p:cNvSpPr>
            <p:nvPr/>
          </p:nvSpPr>
          <p:spPr>
            <a:xfrm>
              <a:off x="6228759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4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7" name="Date 5" descr="Date 6&#13;&#10;Brief details go here&#13;&#10;">
            <a:extLst>
              <a:ext uri="{FF2B5EF4-FFF2-40B4-BE49-F238E27FC236}">
                <a16:creationId xmlns:a16="http://schemas.microsoft.com/office/drawing/2014/main" id="{AA6D1FD6-9B76-52AA-5C1B-45B08DEEB547}"/>
              </a:ext>
            </a:extLst>
          </p:cNvPr>
          <p:cNvGrpSpPr/>
          <p:nvPr/>
        </p:nvGrpSpPr>
        <p:grpSpPr>
          <a:xfrm>
            <a:off x="9680850" y="3429000"/>
            <a:ext cx="1901490" cy="1280510"/>
            <a:chOff x="9680850" y="3308845"/>
            <a:chExt cx="1901490" cy="128051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F9E982-D465-E0F7-9844-0392E0146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0850" y="3308845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Placeholder 1">
              <a:extLst>
                <a:ext uri="{FF2B5EF4-FFF2-40B4-BE49-F238E27FC236}">
                  <a16:creationId xmlns:a16="http://schemas.microsoft.com/office/drawing/2014/main" id="{352E93C6-296F-081A-1ED7-8EC12C3EAEE7}"/>
                </a:ext>
              </a:extLst>
            </p:cNvPr>
            <p:cNvSpPr txBox="1">
              <a:spLocks/>
            </p:cNvSpPr>
            <p:nvPr/>
          </p:nvSpPr>
          <p:spPr>
            <a:xfrm>
              <a:off x="9680850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6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sp>
        <p:nvSpPr>
          <p:cNvPr id="81" name="Graphic 78">
            <a:extLst>
              <a:ext uri="{FF2B5EF4-FFF2-40B4-BE49-F238E27FC236}">
                <a16:creationId xmlns:a16="http://schemas.microsoft.com/office/drawing/2014/main" id="{E80E9854-ACB0-FA78-B447-080F8FAE8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3125465"/>
            <a:ext cx="12188952" cy="672401"/>
          </a:xfrm>
          <a:custGeom>
            <a:avLst/>
            <a:gdLst>
              <a:gd name="connsiteX0" fmla="*/ 0 w 12188952"/>
              <a:gd name="connsiteY0" fmla="*/ 527004 h 672401"/>
              <a:gd name="connsiteX1" fmla="*/ 5358124 w 12188952"/>
              <a:gd name="connsiteY1" fmla="*/ 8062 h 672401"/>
              <a:gd name="connsiteX2" fmla="*/ 12188952 w 12188952"/>
              <a:gd name="connsiteY2" fmla="*/ 523844 h 672401"/>
              <a:gd name="connsiteX3" fmla="*/ 12188952 w 12188952"/>
              <a:gd name="connsiteY3" fmla="*/ 672402 h 672401"/>
              <a:gd name="connsiteX4" fmla="*/ 6674023 w 12188952"/>
              <a:gd name="connsiteY4" fmla="*/ 150488 h 672401"/>
              <a:gd name="connsiteX5" fmla="*/ 0 w 12188952"/>
              <a:gd name="connsiteY5" fmla="*/ 672402 h 672401"/>
              <a:gd name="connsiteX6" fmla="*/ 0 w 12188952"/>
              <a:gd name="connsiteY6" fmla="*/ 527004 h 67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672401">
                <a:moveTo>
                  <a:pt x="0" y="527004"/>
                </a:moveTo>
                <a:cubicBezTo>
                  <a:pt x="1767144" y="203274"/>
                  <a:pt x="3563300" y="45549"/>
                  <a:pt x="5358124" y="8062"/>
                </a:cubicBezTo>
                <a:cubicBezTo>
                  <a:pt x="7644124" y="-39540"/>
                  <a:pt x="9936598" y="122547"/>
                  <a:pt x="12188952" y="523844"/>
                </a:cubicBezTo>
                <a:lnTo>
                  <a:pt x="12188952" y="672402"/>
                </a:lnTo>
                <a:cubicBezTo>
                  <a:pt x="10369561" y="341022"/>
                  <a:pt x="8520522" y="179252"/>
                  <a:pt x="6674023" y="150488"/>
                </a:cubicBezTo>
                <a:cubicBezTo>
                  <a:pt x="4439953" y="113823"/>
                  <a:pt x="2200804" y="276605"/>
                  <a:pt x="0" y="672402"/>
                </a:cubicBezTo>
                <a:cubicBezTo>
                  <a:pt x="0" y="623915"/>
                  <a:pt x="0" y="575491"/>
                  <a:pt x="0" y="527004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1615A-78E3-2D56-CCE2-3C54B1F3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40D821-E97B-DED2-7797-F6F71F28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Date timeline</a:t>
            </a:r>
          </a:p>
        </p:txBody>
      </p:sp>
      <p:grpSp>
        <p:nvGrpSpPr>
          <p:cNvPr id="22" name="Date 1" descr="Date 1&#13;&#10;Brief details go here&#13;&#10;">
            <a:extLst>
              <a:ext uri="{FF2B5EF4-FFF2-40B4-BE49-F238E27FC236}">
                <a16:creationId xmlns:a16="http://schemas.microsoft.com/office/drawing/2014/main" id="{07DDB8AB-4FC5-2CB3-F378-A18C5EF62BCF}"/>
              </a:ext>
            </a:extLst>
          </p:cNvPr>
          <p:cNvGrpSpPr/>
          <p:nvPr/>
        </p:nvGrpSpPr>
        <p:grpSpPr>
          <a:xfrm>
            <a:off x="1050625" y="1967132"/>
            <a:ext cx="1901490" cy="1553307"/>
            <a:chOff x="1050625" y="2240293"/>
            <a:chExt cx="1901490" cy="155330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0E0DA81-D30A-88D3-235C-0BD0742378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625" y="2296223"/>
              <a:ext cx="0" cy="14973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Placeholder 1">
              <a:extLst>
                <a:ext uri="{FF2B5EF4-FFF2-40B4-BE49-F238E27FC236}">
                  <a16:creationId xmlns:a16="http://schemas.microsoft.com/office/drawing/2014/main" id="{5B2D3F35-674B-C175-65C3-778EE538FEBE}"/>
                </a:ext>
              </a:extLst>
            </p:cNvPr>
            <p:cNvSpPr txBox="1">
              <a:spLocks/>
            </p:cNvSpPr>
            <p:nvPr/>
          </p:nvSpPr>
          <p:spPr>
            <a:xfrm>
              <a:off x="1050625" y="2240293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1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3" name="Date 2" descr="Date 2&#13;&#10;Brief details go here&#13;&#10;">
            <a:extLst>
              <a:ext uri="{FF2B5EF4-FFF2-40B4-BE49-F238E27FC236}">
                <a16:creationId xmlns:a16="http://schemas.microsoft.com/office/drawing/2014/main" id="{2D8DD456-8EA9-A78D-538A-F8BC73107DEA}"/>
              </a:ext>
            </a:extLst>
          </p:cNvPr>
          <p:cNvGrpSpPr/>
          <p:nvPr/>
        </p:nvGrpSpPr>
        <p:grpSpPr>
          <a:xfrm>
            <a:off x="2776670" y="3429000"/>
            <a:ext cx="1919042" cy="1280510"/>
            <a:chOff x="2776670" y="3308845"/>
            <a:chExt cx="1919042" cy="128051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AD9F1B-347B-4A13-25BB-69FAB5BE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6670" y="3308845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Placeholder 1">
              <a:extLst>
                <a:ext uri="{FF2B5EF4-FFF2-40B4-BE49-F238E27FC236}">
                  <a16:creationId xmlns:a16="http://schemas.microsoft.com/office/drawing/2014/main" id="{268E917F-DE2A-4D14-C7D2-6C84489B767D}"/>
                </a:ext>
              </a:extLst>
            </p:cNvPr>
            <p:cNvSpPr txBox="1">
              <a:spLocks/>
            </p:cNvSpPr>
            <p:nvPr/>
          </p:nvSpPr>
          <p:spPr>
            <a:xfrm>
              <a:off x="2794222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2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4" name="Date 3" descr="Date 3&#13;&#10;Brief details go here&#13;&#10;">
            <a:extLst>
              <a:ext uri="{FF2B5EF4-FFF2-40B4-BE49-F238E27FC236}">
                <a16:creationId xmlns:a16="http://schemas.microsoft.com/office/drawing/2014/main" id="{C928E30C-885E-C59C-17A0-E8C705F58335}"/>
              </a:ext>
            </a:extLst>
          </p:cNvPr>
          <p:cNvGrpSpPr/>
          <p:nvPr/>
        </p:nvGrpSpPr>
        <p:grpSpPr>
          <a:xfrm>
            <a:off x="4502715" y="1967132"/>
            <a:ext cx="1901490" cy="1230087"/>
            <a:chOff x="4502715" y="2078758"/>
            <a:chExt cx="1901490" cy="123008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2F333F5-92E9-AA71-EFC9-3E5DBF9DE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2715" y="2078758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Placeholder 1">
              <a:extLst>
                <a:ext uri="{FF2B5EF4-FFF2-40B4-BE49-F238E27FC236}">
                  <a16:creationId xmlns:a16="http://schemas.microsoft.com/office/drawing/2014/main" id="{846A7816-B4B6-2527-6136-1503B68FBD7D}"/>
                </a:ext>
              </a:extLst>
            </p:cNvPr>
            <p:cNvSpPr txBox="1">
              <a:spLocks/>
            </p:cNvSpPr>
            <p:nvPr/>
          </p:nvSpPr>
          <p:spPr>
            <a:xfrm>
              <a:off x="4502715" y="2082448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3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6" name="Date 5" descr="Date 5&#13;&#10;Brief details go here&#13;&#10;">
            <a:extLst>
              <a:ext uri="{FF2B5EF4-FFF2-40B4-BE49-F238E27FC236}">
                <a16:creationId xmlns:a16="http://schemas.microsoft.com/office/drawing/2014/main" id="{59A60186-7697-98C1-AA14-4E0072955F6A}"/>
              </a:ext>
            </a:extLst>
          </p:cNvPr>
          <p:cNvGrpSpPr/>
          <p:nvPr/>
        </p:nvGrpSpPr>
        <p:grpSpPr>
          <a:xfrm>
            <a:off x="7954805" y="1967132"/>
            <a:ext cx="1901490" cy="1278990"/>
            <a:chOff x="7954805" y="1924603"/>
            <a:chExt cx="1901490" cy="127899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30F08C-8EB6-F6E5-8092-FE1C56FC7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805" y="1973506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Placeholder 1">
              <a:extLst>
                <a:ext uri="{FF2B5EF4-FFF2-40B4-BE49-F238E27FC236}">
                  <a16:creationId xmlns:a16="http://schemas.microsoft.com/office/drawing/2014/main" id="{EF153B5B-6BCC-18FB-DAA3-427DF41FD40A}"/>
                </a:ext>
              </a:extLst>
            </p:cNvPr>
            <p:cNvSpPr txBox="1">
              <a:spLocks/>
            </p:cNvSpPr>
            <p:nvPr/>
          </p:nvSpPr>
          <p:spPr>
            <a:xfrm>
              <a:off x="7954805" y="1924603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5" name="Date 4" descr="Date 4&#13;&#10;Brief details go here&#13;&#10;">
            <a:extLst>
              <a:ext uri="{FF2B5EF4-FFF2-40B4-BE49-F238E27FC236}">
                <a16:creationId xmlns:a16="http://schemas.microsoft.com/office/drawing/2014/main" id="{E07C7D9E-9D0E-2B44-2427-79FA79B70F36}"/>
              </a:ext>
            </a:extLst>
          </p:cNvPr>
          <p:cNvGrpSpPr/>
          <p:nvPr/>
        </p:nvGrpSpPr>
        <p:grpSpPr>
          <a:xfrm>
            <a:off x="6228759" y="3197219"/>
            <a:ext cx="1901490" cy="1512291"/>
            <a:chOff x="6228759" y="3077064"/>
            <a:chExt cx="1901490" cy="151229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494BB3-B8BD-355A-5007-C273A9C5F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8760" y="3077064"/>
              <a:ext cx="0" cy="13358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Placeholder 1">
              <a:extLst>
                <a:ext uri="{FF2B5EF4-FFF2-40B4-BE49-F238E27FC236}">
                  <a16:creationId xmlns:a16="http://schemas.microsoft.com/office/drawing/2014/main" id="{9E8CB341-C94A-6A9C-FDEE-9DC55B280AC1}"/>
                </a:ext>
              </a:extLst>
            </p:cNvPr>
            <p:cNvSpPr txBox="1">
              <a:spLocks/>
            </p:cNvSpPr>
            <p:nvPr/>
          </p:nvSpPr>
          <p:spPr>
            <a:xfrm>
              <a:off x="6228759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4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grpSp>
        <p:nvGrpSpPr>
          <p:cNvPr id="27" name="Date 5" descr="Date 6&#13;&#10;Brief details go here&#13;&#10;">
            <a:extLst>
              <a:ext uri="{FF2B5EF4-FFF2-40B4-BE49-F238E27FC236}">
                <a16:creationId xmlns:a16="http://schemas.microsoft.com/office/drawing/2014/main" id="{4E773E93-2CE7-E904-C9BC-24D888E90EEF}"/>
              </a:ext>
            </a:extLst>
          </p:cNvPr>
          <p:cNvGrpSpPr/>
          <p:nvPr/>
        </p:nvGrpSpPr>
        <p:grpSpPr>
          <a:xfrm>
            <a:off x="9680850" y="3429000"/>
            <a:ext cx="1901490" cy="1280510"/>
            <a:chOff x="9680850" y="3308845"/>
            <a:chExt cx="1901490" cy="128051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3BDEEB-FE36-8616-EA40-E7FE9B1D1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0850" y="3308845"/>
              <a:ext cx="0" cy="12300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Placeholder 1">
              <a:extLst>
                <a:ext uri="{FF2B5EF4-FFF2-40B4-BE49-F238E27FC236}">
                  <a16:creationId xmlns:a16="http://schemas.microsoft.com/office/drawing/2014/main" id="{06BEDBBF-31D4-0436-E993-F989EB08E2BE}"/>
                </a:ext>
              </a:extLst>
            </p:cNvPr>
            <p:cNvSpPr txBox="1">
              <a:spLocks/>
            </p:cNvSpPr>
            <p:nvPr/>
          </p:nvSpPr>
          <p:spPr>
            <a:xfrm>
              <a:off x="9680850" y="3918382"/>
              <a:ext cx="1901490" cy="670973"/>
            </a:xfrm>
            <a:prstGeom prst="rect">
              <a:avLst/>
            </a:prstGeom>
          </p:spPr>
          <p:txBody>
            <a:bodyPr/>
            <a:lstStyle>
              <a:lvl1pPr marL="0" marR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System Font Regular"/>
                <a:buNone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1pPr>
              <a:lvl2pPr marL="36576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800" b="0" i="0" kern="1200">
                  <a:solidFill>
                    <a:schemeClr val="tx1"/>
                  </a:solidFill>
                  <a:latin typeface="+mn-lt"/>
                  <a:ea typeface="+mn-ea"/>
                  <a:cs typeface="Oracle Sans Tab Light" panose="020B0403020204020204"/>
                </a:defRPr>
              </a:lvl2pPr>
              <a:lvl3pPr marL="547688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3pPr>
              <a:lvl4pPr marL="730250" marR="0" indent="-182563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4pPr>
              <a:lvl5pPr marL="914400" marR="0" indent="-182880" algn="l" defTabSz="914400" rtl="0" eaLnBrk="1" fontAlgn="auto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Oracle Sans Tab Light" panose="020B0403020204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Oracle Sans Tab Light" panose="020B0403020204020204"/>
                  <a:ea typeface="+mn-ea"/>
                  <a:cs typeface="Oracle Sans Tab Light" panose="020B0403020204020204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SzPct val="100000"/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Oracle Sans Light" panose="020B0403020204020204" pitchFamily="34" charset="0"/>
                  <a:ea typeface="+mn-ea"/>
                  <a:cs typeface="Oracle Sans Light" panose="020B0403020204020204" pitchFamily="34" charset="0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1" dirty="0"/>
                <a:t>Date 6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dirty="0"/>
                <a:t>Brief details go here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855E3-29FD-975F-4CAF-7374C3C1609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C6485-8923-75C9-215F-ACBEBCA41FF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81" name="Graphic 78">
            <a:extLst>
              <a:ext uri="{FF2B5EF4-FFF2-40B4-BE49-F238E27FC236}">
                <a16:creationId xmlns:a16="http://schemas.microsoft.com/office/drawing/2014/main" id="{6ABFF4CA-6578-39B2-95F7-1BF975315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3125465"/>
            <a:ext cx="12188952" cy="672401"/>
          </a:xfrm>
          <a:custGeom>
            <a:avLst/>
            <a:gdLst>
              <a:gd name="connsiteX0" fmla="*/ 0 w 12188952"/>
              <a:gd name="connsiteY0" fmla="*/ 527004 h 672401"/>
              <a:gd name="connsiteX1" fmla="*/ 5358124 w 12188952"/>
              <a:gd name="connsiteY1" fmla="*/ 8062 h 672401"/>
              <a:gd name="connsiteX2" fmla="*/ 12188952 w 12188952"/>
              <a:gd name="connsiteY2" fmla="*/ 523844 h 672401"/>
              <a:gd name="connsiteX3" fmla="*/ 12188952 w 12188952"/>
              <a:gd name="connsiteY3" fmla="*/ 672402 h 672401"/>
              <a:gd name="connsiteX4" fmla="*/ 6674023 w 12188952"/>
              <a:gd name="connsiteY4" fmla="*/ 150488 h 672401"/>
              <a:gd name="connsiteX5" fmla="*/ 0 w 12188952"/>
              <a:gd name="connsiteY5" fmla="*/ 672402 h 672401"/>
              <a:gd name="connsiteX6" fmla="*/ 0 w 12188952"/>
              <a:gd name="connsiteY6" fmla="*/ 527004 h 67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672401">
                <a:moveTo>
                  <a:pt x="0" y="527004"/>
                </a:moveTo>
                <a:cubicBezTo>
                  <a:pt x="1767144" y="203274"/>
                  <a:pt x="3563300" y="45549"/>
                  <a:pt x="5358124" y="8062"/>
                </a:cubicBezTo>
                <a:cubicBezTo>
                  <a:pt x="7644124" y="-39540"/>
                  <a:pt x="9936598" y="122547"/>
                  <a:pt x="12188952" y="523844"/>
                </a:cubicBezTo>
                <a:lnTo>
                  <a:pt x="12188952" y="672402"/>
                </a:lnTo>
                <a:cubicBezTo>
                  <a:pt x="10369561" y="341022"/>
                  <a:pt x="8520522" y="179252"/>
                  <a:pt x="6674023" y="150488"/>
                </a:cubicBezTo>
                <a:cubicBezTo>
                  <a:pt x="4439953" y="113823"/>
                  <a:pt x="2200804" y="276605"/>
                  <a:pt x="0" y="672402"/>
                </a:cubicBezTo>
                <a:cubicBezTo>
                  <a:pt x="0" y="623915"/>
                  <a:pt x="0" y="575491"/>
                  <a:pt x="0" y="527004"/>
                </a:cubicBezTo>
                <a:close/>
              </a:path>
            </a:pathLst>
          </a:custGeom>
          <a:solidFill>
            <a:schemeClr val="tx2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9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F21D8-4EF8-AD42-A6E7-6B4B07D9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FBDE-79CB-E886-2AD4-213A9930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3482230"/>
            <a:ext cx="5022325" cy="82296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DD6E-3F9B-E98A-DC44-367B96F280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</p:spPr>
        <p:txBody>
          <a:bodyPr/>
          <a:lstStyle/>
          <a:p>
            <a:r>
              <a:rPr lang="en-US" dirty="0"/>
              <a:t>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64482-A5E7-41DC-8E19-629710C0DB9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</p:spPr>
        <p:txBody>
          <a:bodyPr/>
          <a:lstStyle/>
          <a:p>
            <a:r>
              <a:rPr lang="en-US" dirty="0"/>
              <a:t>Text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E4779-25BB-7DB9-62D3-CFCB1FF424EE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C5D5592-F900-65AF-D6BC-1A497555D50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2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C6207-9EC2-33AC-1F4C-34103B22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72DA-27C2-1143-A81C-497C53BB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Example on a light table slide 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B7BE5E9D-7D8A-768D-113A-2D6A95765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7229862"/>
              </p:ext>
            </p:extLst>
          </p:nvPr>
        </p:nvGraphicFramePr>
        <p:xfrm>
          <a:off x="762000" y="1341546"/>
          <a:ext cx="10884568" cy="402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293">
                  <a:extLst>
                    <a:ext uri="{9D8B030D-6E8A-4147-A177-3AD203B41FA5}">
                      <a16:colId xmlns:a16="http://schemas.microsoft.com/office/drawing/2014/main" val="584623513"/>
                    </a:ext>
                  </a:extLst>
                </a:gridCol>
                <a:gridCol w="1425331">
                  <a:extLst>
                    <a:ext uri="{9D8B030D-6E8A-4147-A177-3AD203B41FA5}">
                      <a16:colId xmlns:a16="http://schemas.microsoft.com/office/drawing/2014/main" val="2778524638"/>
                    </a:ext>
                  </a:extLst>
                </a:gridCol>
                <a:gridCol w="1542197">
                  <a:extLst>
                    <a:ext uri="{9D8B030D-6E8A-4147-A177-3AD203B41FA5}">
                      <a16:colId xmlns:a16="http://schemas.microsoft.com/office/drawing/2014/main" val="2056953819"/>
                    </a:ext>
                  </a:extLst>
                </a:gridCol>
                <a:gridCol w="1624083">
                  <a:extLst>
                    <a:ext uri="{9D8B030D-6E8A-4147-A177-3AD203B41FA5}">
                      <a16:colId xmlns:a16="http://schemas.microsoft.com/office/drawing/2014/main" val="6525436"/>
                    </a:ext>
                  </a:extLst>
                </a:gridCol>
                <a:gridCol w="1487606">
                  <a:extLst>
                    <a:ext uri="{9D8B030D-6E8A-4147-A177-3AD203B41FA5}">
                      <a16:colId xmlns:a16="http://schemas.microsoft.com/office/drawing/2014/main" val="1458240709"/>
                    </a:ext>
                  </a:extLst>
                </a:gridCol>
                <a:gridCol w="1514902">
                  <a:extLst>
                    <a:ext uri="{9D8B030D-6E8A-4147-A177-3AD203B41FA5}">
                      <a16:colId xmlns:a16="http://schemas.microsoft.com/office/drawing/2014/main" val="2907656304"/>
                    </a:ext>
                  </a:extLst>
                </a:gridCol>
                <a:gridCol w="1356156">
                  <a:extLst>
                    <a:ext uri="{9D8B030D-6E8A-4147-A177-3AD203B41FA5}">
                      <a16:colId xmlns:a16="http://schemas.microsoft.com/office/drawing/2014/main" val="72631734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spc="0" dirty="0">
                          <a:solidFill>
                            <a:schemeClr val="tx2"/>
                          </a:solidFill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Heading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317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4007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518,051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15.19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13.37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7.99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0.13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092822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403,599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23.27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70.81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18.42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15.56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65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158148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323,911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6.15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9.35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3.89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0.09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10380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268,160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14.87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77.10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13.54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14.51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4468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263,907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15.5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16.91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5.92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5.33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70466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116,828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15.46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86.01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12.68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6.55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84314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Topic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69,689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15.43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78.77</a:t>
                      </a:r>
                      <a:r>
                        <a:rPr lang="en-US" sz="1200" b="0" i="0" u="none" strike="noStrike" baseline="0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%</a:t>
                      </a:r>
                      <a:endParaRPr lang="en-US" sz="1200" b="0" i="0" u="none" strike="noStrike" baseline="0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13.62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13.97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Oracle Sans Tab" panose="020B0503020204020204" pitchFamily="34" charset="0"/>
                          <a:cs typeface="Oracle Sans Tab" panose="020B0503020204020204" pitchFamily="34" charset="0"/>
                        </a:rPr>
                        <a:t>77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racle Sans Tab" panose="020B0503020204020204" pitchFamily="34" charset="0"/>
                        <a:cs typeface="Oracle Sans Tab" panose="020B0503020204020204" pitchFamily="34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8B85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0049396"/>
                  </a:ext>
                </a:extLst>
              </a:tr>
            </a:tbl>
          </a:graphicData>
        </a:graphic>
      </p:graphicFrame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7339024-A792-25DA-6DEA-B53DD64C49F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CD8A1C0-E94B-2B2E-6DB5-F80A824797F0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6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5BE40-694F-15DE-BB92-3B3E4D14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6935CE-D0A4-4D92-664E-5AF30CE3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71026"/>
            <a:ext cx="3762466" cy="822960"/>
          </a:xfrm>
        </p:spPr>
        <p:txBody>
          <a:bodyPr/>
          <a:lstStyle/>
          <a:p>
            <a:r>
              <a:rPr lang="en-US" dirty="0"/>
              <a:t>Screenshot on light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1ED8C-1FB3-6262-DC9A-BA8523BD37B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2000" y="3564014"/>
            <a:ext cx="3762466" cy="1228119"/>
          </a:xfrm>
        </p:spPr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,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adipiscing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, </a:t>
            </a:r>
            <a:r>
              <a:rPr lang="en-IN" dirty="0" err="1"/>
              <a:t>sed</a:t>
            </a:r>
            <a:r>
              <a:rPr lang="en-IN" dirty="0"/>
              <a:t> do </a:t>
            </a:r>
            <a:r>
              <a:rPr lang="en-IN" dirty="0" err="1"/>
              <a:t>eiusmod</a:t>
            </a:r>
            <a:r>
              <a:rPr lang="en-IN" dirty="0"/>
              <a:t> </a:t>
            </a:r>
            <a:r>
              <a:rPr lang="en-IN" dirty="0" err="1"/>
              <a:t>tempor</a:t>
            </a:r>
            <a:r>
              <a:rPr lang="en-IN" dirty="0"/>
              <a:t> </a:t>
            </a:r>
            <a:r>
              <a:rPr lang="en-IN" dirty="0" err="1"/>
              <a:t>incididunt</a:t>
            </a:r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labore et dolore magna </a:t>
            </a:r>
            <a:r>
              <a:rPr lang="en-IN" dirty="0" err="1"/>
              <a:t>aliqua</a:t>
            </a:r>
            <a:r>
              <a:rPr lang="en-IN" dirty="0"/>
              <a:t>. 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Placeholder 9" descr="An image of Oracle’s website talking about the Partner Program. The image is for placement only and you should replace with your own image.">
            <a:extLst>
              <a:ext uri="{FF2B5EF4-FFF2-40B4-BE49-F238E27FC236}">
                <a16:creationId xmlns:a16="http://schemas.microsoft.com/office/drawing/2014/main" id="{52B0B456-671F-48DA-AA0A-8188E3E27013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" r="51"/>
          <a:stretch/>
        </p:blipFill>
        <p:spPr>
          <a:xfrm>
            <a:off x="5364488" y="1687766"/>
            <a:ext cx="6249629" cy="3763219"/>
          </a:xfr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9803C6C-C2C9-7B8C-803F-1236C433D5D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493A106-0A02-2CDF-0AAF-1D6B996C1030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/>
              <a:t>Copyright © 2025, Oracle and/or its affiliates |  Confidential: Internal/Restricted/Highly Restricted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95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B0556-A61E-26C5-B6C6-96201E43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9C4C9F9-DF1A-9229-2C24-BEFE66A5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Single statistic title on light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B6EE50C-A8EC-496D-0E75-9EDB1F1EAC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2538" y="1600200"/>
            <a:ext cx="5072063" cy="2415700"/>
          </a:xfrm>
        </p:spPr>
        <p:txBody>
          <a:bodyPr/>
          <a:lstStyle/>
          <a:p>
            <a:r>
              <a:rPr lang="en-US" dirty="0"/>
              <a:t>90%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0432-71D3-75F0-4D7F-A26C38946C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538" y="4649788"/>
            <a:ext cx="5072063" cy="1457325"/>
          </a:xfrm>
        </p:spPr>
        <p:txBody>
          <a:bodyPr/>
          <a:lstStyle/>
          <a:p>
            <a:r>
              <a:rPr lang="en-US" dirty="0"/>
              <a:t>Statistic with impactful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DBC88-6E75-E53E-1245-969EA578644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2000" y="642366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135A1-A37E-6F67-6F4C-DB487F2BD8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127759" y="6423978"/>
            <a:ext cx="5745379" cy="365125"/>
          </a:xfrm>
        </p:spPr>
        <p:txBody>
          <a:bodyPr/>
          <a:lstStyle/>
          <a:p>
            <a:r>
              <a:rPr lang="en-US" dirty="0"/>
              <a:t>Copyright © 2025, Oracle and/or its affiliates |  Confidential: Internal/Restricted/Highly Restricted</a:t>
            </a:r>
          </a:p>
        </p:txBody>
      </p:sp>
    </p:spTree>
    <p:extLst>
      <p:ext uri="{BB962C8B-B14F-4D97-AF65-F5344CB8AC3E}">
        <p14:creationId xmlns:p14="http://schemas.microsoft.com/office/powerpoint/2010/main" val="350294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99CF-BC59-F860-CE0E-14FEA4C540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8875" y="-822960"/>
            <a:ext cx="10671048" cy="822960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>
                <a:noFill/>
              </a:rPr>
              <a:t>An end slide on light showing an Oracle logo</a:t>
            </a:r>
          </a:p>
        </p:txBody>
      </p:sp>
    </p:spTree>
    <p:extLst>
      <p:ext uri="{BB962C8B-B14F-4D97-AF65-F5344CB8AC3E}">
        <p14:creationId xmlns:p14="http://schemas.microsoft.com/office/powerpoint/2010/main" val="395758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racle Red">
      <a:srgbClr val="C74634"/>
    </a:custClr>
    <a:custClr name="Brand Dark 170/Hyperlink Dark">
      <a:srgbClr val="F0CC72"/>
    </a:custClr>
    <a:custClr name="Pine 80">
      <a:srgbClr val="74A683"/>
    </a:custClr>
    <a:custClr name="Pine 90">
      <a:srgbClr val="5C926D"/>
    </a:custClr>
    <a:custClr name="Teal 90">
      <a:srgbClr val="628F8D"/>
    </a:custClr>
    <a:custClr name="Plum 90">
      <a:srgbClr val="957CA4"/>
    </a:custClr>
    <a:custClr name="Sky 80">
      <a:srgbClr val="5FA2BA"/>
    </a:custClr>
    <a:custClr name="Higlight Light">
      <a:srgbClr val="AE562C"/>
    </a:custClr>
    <a:custClr name="Rose 90">
      <a:srgbClr val="B47282"/>
    </a:custClr>
    <a:custClr name="Brand Yellow ">
      <a:srgbClr val="F1B13F"/>
    </a:custClr>
    <a:custClr name="Brand: Neutral 30">
      <a:srgbClr val="F1EFED"/>
    </a:custClr>
    <a:custClr name="Developer: Pebble 30">
      <a:srgbClr val="E7F0FD"/>
    </a:custClr>
    <a:custClr name="Database: Slate 50">
      <a:srgbClr val="C2D4D4"/>
    </a:custClr>
    <a:custClr name="Pine 100">
      <a:srgbClr val="4C825C"/>
    </a:custClr>
    <a:custClr name="Teal 110">
      <a:srgbClr val="467173"/>
    </a:custClr>
    <a:custClr name="Plum 110">
      <a:srgbClr val="796087"/>
    </a:custClr>
    <a:custClr name="Sky 100">
      <a:srgbClr val="227E9E"/>
    </a:custClr>
    <a:custClr name="Ocean 90">
      <a:srgbClr val="558EA4"/>
    </a:custClr>
    <a:custClr name="Rose 100">
      <a:srgbClr val="925865"/>
    </a:custClr>
    <a:custClr name="Sienna 50">
      <a:srgbClr val="ECCB98"/>
    </a:custClr>
    <a:custClr name="Neutral 70">
      <a:srgbClr val="AEA8A2"/>
    </a:custClr>
    <a:custClr name="Pebble 90">
      <a:srgbClr val="808792"/>
    </a:custClr>
    <a:custClr name="Database: Slate 100">
      <a:srgbClr val="697778"/>
    </a:custClr>
    <a:custClr name="Pine 120">
      <a:srgbClr val="3F6B4B"/>
    </a:custClr>
    <a:custClr name="Teal 130">
      <a:srgbClr val="375D61"/>
    </a:custClr>
    <a:custClr name="Plum 130">
      <a:srgbClr val="634E71"/>
    </a:custClr>
    <a:custClr name="Sky 120">
      <a:srgbClr val="00688C"/>
    </a:custClr>
    <a:custClr name="Ocean 110">
      <a:srgbClr val="3B7087"/>
    </a:custClr>
    <a:custClr name="Rose 130">
      <a:srgbClr val="7A4753"/>
    </a:custClr>
    <a:custClr name="Sienna 60">
      <a:srgbClr val="DEB068"/>
    </a:custClr>
    <a:custClr name="Brand: Neutral 140">
      <a:srgbClr val="514C47"/>
    </a:custClr>
    <a:custClr name="Pebble 130">
      <a:srgbClr val="53575F"/>
    </a:custClr>
    <a:custClr name="Slate 150">
      <a:srgbClr val="3C4545"/>
    </a:custClr>
    <a:custClr name="Pine 140">
      <a:srgbClr val="33553C"/>
    </a:custClr>
    <a:custClr name="Teal 150">
      <a:srgbClr val="2B484B"/>
    </a:custClr>
    <a:custClr name="Plum 150">
      <a:srgbClr val="4D3C57"/>
    </a:custClr>
    <a:custClr name="Sky 140">
      <a:srgbClr val="04536F"/>
    </a:custClr>
    <a:custClr name="Ocean 120">
      <a:srgbClr val="36677D"/>
    </a:custClr>
    <a:custClr name="Rose 150">
      <a:srgbClr val="5F363F"/>
    </a:custClr>
    <a:custClr name="Sienna 80">
      <a:srgbClr val="C58C52"/>
    </a:custClr>
    <a:custClr name="Brand: Neutral 180">
      <a:srgbClr val="201E1C"/>
    </a:custClr>
    <a:custClr name="Pebble 170">
      <a:srgbClr val="2B2E32"/>
    </a:custClr>
    <a:custClr name="Slate 170">
      <a:srgbClr val="2A2F2F"/>
    </a:custClr>
    <a:custClr name="Pine 160">
      <a:srgbClr val="253D2C"/>
    </a:custClr>
    <a:custClr name="Teal 170">
      <a:srgbClr val="1E3133"/>
    </a:custClr>
    <a:custClr name="Plum 170">
      <a:srgbClr val="36293C"/>
    </a:custClr>
    <a:custClr name="Sky 160">
      <a:srgbClr val="063C4E"/>
    </a:custClr>
    <a:custClr name="Ocean 180">
      <a:srgbClr val="13212C"/>
    </a:custClr>
    <a:custClr name="Rose 180">
      <a:srgbClr val="2D191D"/>
    </a:custClr>
    <a:custClr name="SCM: Sienna 90">
      <a:srgbClr val="B67745"/>
    </a:custClr>
  </a:custClrLst>
  <a:extLst>
    <a:ext uri="{05A4C25C-085E-4340-85A3-A5531E510DB2}">
      <thm15:themeFamily xmlns:thm15="http://schemas.microsoft.com/office/thememl/2012/main" name="RW-Early-FY26-v8.3" id="{8B1D271C-2808-C44A-A1EC-4CD1EBC0603E}" vid="{2AC94D1C-CA18-9F4F-9DA1-24AC79488645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4b6b08d2-6182-4197-8221-8710a9404ced" ContentTypeId="0x0101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90DFFAAB2B648B85FF84AAAED4B38" ma:contentTypeVersion="19" ma:contentTypeDescription="Create a new document." ma:contentTypeScope="" ma:versionID="72aa99591ea20b4039e2ab9235b316dd">
  <xsd:schema xmlns:xsd="http://www.w3.org/2001/XMLSchema" xmlns:xs="http://www.w3.org/2001/XMLSchema" xmlns:p="http://schemas.microsoft.com/office/2006/metadata/properties" xmlns:ns1="http://schemas.microsoft.com/sharepoint/v3" xmlns:ns2="f085ca05-1a56-417b-bcef-25b3bd9988f8" xmlns:ns3="4e418aab-ccd2-4c36-bbc0-ca1bef344547" xmlns:ns4="758b9dc9-e6e0-4b4b-9e23-19b506217126" targetNamespace="http://schemas.microsoft.com/office/2006/metadata/properties" ma:root="true" ma:fieldsID="818942d1d93fb3216d6b444ecb0d1669" ns1:_="" ns2:_="" ns3:_="" ns4:_="">
    <xsd:import namespace="http://schemas.microsoft.com/sharepoint/v3"/>
    <xsd:import namespace="f085ca05-1a56-417b-bcef-25b3bd9988f8"/>
    <xsd:import namespace="4e418aab-ccd2-4c36-bbc0-ca1bef344547"/>
    <xsd:import namespace="758b9dc9-e6e0-4b4b-9e23-19b506217126"/>
    <xsd:element name="properties">
      <xsd:complexType>
        <xsd:sequence>
          <xsd:element name="documentManagement">
            <xsd:complexType>
              <xsd:all>
                <xsd:element ref="ns2:IncludeInSearch" minOccurs="0"/>
                <xsd:element ref="ns3:Keywords0" minOccurs="0"/>
                <xsd:element ref="ns3:Migration_Comments0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Location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  <xsd:element ref="ns3:Description0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5ca05-1a56-417b-bcef-25b3bd9988f8" elementFormDefault="qualified">
    <xsd:import namespace="http://schemas.microsoft.com/office/2006/documentManagement/types"/>
    <xsd:import namespace="http://schemas.microsoft.com/office/infopath/2007/PartnerControls"/>
    <xsd:element name="IncludeInSearch" ma:index="8" nillable="true" ma:displayName="IncludeInMyOracleSearch" ma:default="1" ma:internalName="IncludeInSearch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18aab-ccd2-4c36-bbc0-ca1bef344547" elementFormDefault="qualified">
    <xsd:import namespace="http://schemas.microsoft.com/office/2006/documentManagement/types"/>
    <xsd:import namespace="http://schemas.microsoft.com/office/infopath/2007/PartnerControls"/>
    <xsd:element name="Keywords0" ma:index="9" nillable="true" ma:displayName="Keywords" ma:internalName="Keywords0">
      <xsd:simpleType>
        <xsd:restriction base="dms:Text"/>
      </xsd:simpleType>
    </xsd:element>
    <xsd:element name="Migration_Comments0" ma:index="10" nillable="true" ma:displayName="Migration_Comments" ma:internalName="Migration_Comments0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b6b08d2-6182-4197-8221-8710a9404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escription0" ma:index="26" nillable="true" ma:displayName="Description" ma:internalName="Description0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b9dc9-e6e0-4b4b-9e23-19b50621712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2711a4e-9246-41dc-b527-dfc796ef7be9}" ma:internalName="TaxCatchAll" ma:showField="CatchAllData" ma:web="758b9dc9-e6e0-4b4b-9e23-19b5062171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_Comments0 xmlns="4e418aab-ccd2-4c36-bbc0-ca1bef344547" xsi:nil="true"/>
    <_ip_UnifiedCompliancePolicyUIAction xmlns="http://schemas.microsoft.com/sharepoint/v3" xsi:nil="true"/>
    <IncludeInSearch xmlns="f085ca05-1a56-417b-bcef-25b3bd9988f8">true</IncludeInSearch>
    <Description0 xmlns="4e418aab-ccd2-4c36-bbc0-ca1bef344547" xsi:nil="true"/>
    <Keywords0 xmlns="4e418aab-ccd2-4c36-bbc0-ca1bef344547" xsi:nil="true"/>
    <TaxCatchAll xmlns="758b9dc9-e6e0-4b4b-9e23-19b506217126" xsi:nil="true"/>
    <lcf76f155ced4ddcb4097134ff3c332f xmlns="4e418aab-ccd2-4c36-bbc0-ca1bef344547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66AB03-2F40-4801-AE90-B95F28DFA710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EA058F39-BE00-42FC-A334-7AA4F6E376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085ca05-1a56-417b-bcef-25b3bd9988f8"/>
    <ds:schemaRef ds:uri="4e418aab-ccd2-4c36-bbc0-ca1bef344547"/>
    <ds:schemaRef ds:uri="758b9dc9-e6e0-4b4b-9e23-19b5062171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07D4DA-FAB4-4310-A613-A6B8A4EC6F8C}">
  <ds:schemaRefs>
    <ds:schemaRef ds:uri="http://schemas.microsoft.com/office/2006/metadata/properties"/>
    <ds:schemaRef ds:uri="http://schemas.microsoft.com/office/infopath/2007/PartnerControls"/>
    <ds:schemaRef ds:uri="4e418aab-ccd2-4c36-bbc0-ca1bef344547"/>
    <ds:schemaRef ds:uri="http://schemas.microsoft.com/sharepoint/v3"/>
    <ds:schemaRef ds:uri="f085ca05-1a56-417b-bcef-25b3bd9988f8"/>
    <ds:schemaRef ds:uri="758b9dc9-e6e0-4b4b-9e23-19b506217126"/>
  </ds:schemaRefs>
</ds:datastoreItem>
</file>

<file path=customXml/itemProps4.xml><?xml version="1.0" encoding="utf-8"?>
<ds:datastoreItem xmlns:ds="http://schemas.openxmlformats.org/officeDocument/2006/customXml" ds:itemID="{4C2D577B-2569-4C00-B03F-FD8EDDC8D1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Oracle-FY26-8</Template>
  <TotalTime>45</TotalTime>
  <Words>2014</Words>
  <Application>Microsoft Macintosh PowerPoint</Application>
  <PresentationFormat>宽屏</PresentationFormat>
  <Paragraphs>388</Paragraphs>
  <Slides>33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System Font Regular</vt:lpstr>
      <vt:lpstr>Arial</vt:lpstr>
      <vt:lpstr>Georgia</vt:lpstr>
      <vt:lpstr>Oracle Sans</vt:lpstr>
      <vt:lpstr>Oracle Sans Light</vt:lpstr>
      <vt:lpstr>Oracle Sans Tab</vt:lpstr>
      <vt:lpstr>Oracle Sans Tab Extra Bold</vt:lpstr>
      <vt:lpstr>Oracle Sans Tab Light</vt:lpstr>
      <vt:lpstr>Office Theme</vt:lpstr>
      <vt:lpstr>Master brand/ industries/ cross-pillar title light</vt:lpstr>
      <vt:lpstr>Cross-pillar, industries, and general divider light</vt:lpstr>
      <vt:lpstr>Agenda title</vt:lpstr>
      <vt:lpstr>Title on a light title/subtitle slide</vt:lpstr>
      <vt:lpstr>Title on a light title/subtitle one column slide</vt:lpstr>
      <vt:lpstr>Title on a light two column</vt:lpstr>
      <vt:lpstr>Title on a light three column</vt:lpstr>
      <vt:lpstr>Title and subtitle on light</vt:lpstr>
      <vt:lpstr>Title and 1 column on light</vt:lpstr>
      <vt:lpstr>Title on a light with 1/3 photo</vt:lpstr>
      <vt:lpstr>Title, content and illustration</vt:lpstr>
      <vt:lpstr>Bold statement on light with a photo on the right</vt:lpstr>
      <vt:lpstr>Title on light three icons slides</vt:lpstr>
      <vt:lpstr>Title on light three icons slides</vt:lpstr>
      <vt:lpstr>Title on light two images and content slide</vt:lpstr>
      <vt:lpstr>A short title goes here on light</vt:lpstr>
      <vt:lpstr>A full sized image slide example</vt:lpstr>
      <vt:lpstr>Headline about the customer story that shows impact</vt:lpstr>
      <vt:lpstr>Headline about the customer story that shows impact</vt:lpstr>
      <vt:lpstr>Short title on light</vt:lpstr>
      <vt:lpstr>Title on a split color page</vt:lpstr>
      <vt:lpstr>Impact or bold statement on a light background</vt:lpstr>
      <vt:lpstr>A Multi-statement slide example on dark </vt:lpstr>
      <vt:lpstr>Headline copy on  32 point light slide</vt:lpstr>
      <vt:lpstr>Title on  light split slide</vt:lpstr>
      <vt:lpstr>Timeline</vt:lpstr>
      <vt:lpstr>Date timeline</vt:lpstr>
      <vt:lpstr>Date timeline</vt:lpstr>
      <vt:lpstr>Thank you</vt:lpstr>
      <vt:lpstr>Example on a light table slide </vt:lpstr>
      <vt:lpstr>Screenshot on light</vt:lpstr>
      <vt:lpstr>Single statistic title on light</vt:lpstr>
      <vt:lpstr>An end slide on light showing an Oracle logo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 Zhao</dc:creator>
  <cp:lastModifiedBy>Alfred Zhao</cp:lastModifiedBy>
  <cp:revision>7</cp:revision>
  <dcterms:created xsi:type="dcterms:W3CDTF">2025-10-27T06:42:51Z</dcterms:created>
  <dcterms:modified xsi:type="dcterms:W3CDTF">2025-10-27T09:12:28Z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3c76ce46-357f-46de-88d6-77b9bbb83c46_Enabled">
    <vt:lpwstr>true</vt:lpwstr>
  </property>
  <property fmtid="{D5CDD505-2E9C-101B-9397-08002B2CF9AE}" pid="6" name="MSIP_Label_3c76ce46-357f-46de-88d6-77b9bbb83c46_SetDate">
    <vt:lpwstr>2025-01-23T20:44:35Z</vt:lpwstr>
  </property>
  <property fmtid="{D5CDD505-2E9C-101B-9397-08002B2CF9AE}" pid="7" name="MSIP_Label_3c76ce46-357f-46de-88d6-77b9bbb83c46_Method">
    <vt:lpwstr>Privileged</vt:lpwstr>
  </property>
  <property fmtid="{D5CDD505-2E9C-101B-9397-08002B2CF9AE}" pid="8" name="MSIP_Label_3c76ce46-357f-46de-88d6-77b9bbb83c46_Name">
    <vt:lpwstr>Public</vt:lpwstr>
  </property>
  <property fmtid="{D5CDD505-2E9C-101B-9397-08002B2CF9AE}" pid="9" name="MSIP_Label_3c76ce46-357f-46de-88d6-77b9bbb83c46_SiteId">
    <vt:lpwstr>4e2c6054-71cb-48f1-bd6c-3a9705aca71b</vt:lpwstr>
  </property>
  <property fmtid="{D5CDD505-2E9C-101B-9397-08002B2CF9AE}" pid="10" name="MSIP_Label_3c76ce46-357f-46de-88d6-77b9bbb83c46_ActionId">
    <vt:lpwstr>f22884e0-546d-4aff-a9ba-accbb4729511</vt:lpwstr>
  </property>
  <property fmtid="{D5CDD505-2E9C-101B-9397-08002B2CF9AE}" pid="11" name="MSIP_Label_3c76ce46-357f-46de-88d6-77b9bbb83c46_ContentBits">
    <vt:lpwstr>0</vt:lpwstr>
  </property>
  <property fmtid="{D5CDD505-2E9C-101B-9397-08002B2CF9AE}" pid="12" name="MSIP_Label_3c76ce46-357f-46de-88d6-77b9bbb83c46_Tag">
    <vt:lpwstr>50, 0, 1, 1</vt:lpwstr>
  </property>
  <property fmtid="{D5CDD505-2E9C-101B-9397-08002B2CF9AE}" pid="13" name="ContentTypeId">
    <vt:lpwstr>0x01010046E90DFFAAB2B648B85FF84AAAED4B38</vt:lpwstr>
  </property>
</Properties>
</file>